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260" r:id="rId2"/>
    <p:sldId id="270" r:id="rId3"/>
    <p:sldId id="268" r:id="rId4"/>
    <p:sldId id="302" r:id="rId5"/>
    <p:sldId id="267" r:id="rId6"/>
    <p:sldId id="305" r:id="rId7"/>
    <p:sldId id="304" r:id="rId8"/>
    <p:sldId id="303" r:id="rId9"/>
    <p:sldId id="273" r:id="rId10"/>
    <p:sldId id="314" r:id="rId11"/>
    <p:sldId id="326" r:id="rId12"/>
    <p:sldId id="274" r:id="rId13"/>
    <p:sldId id="276" r:id="rId14"/>
    <p:sldId id="306" r:id="rId15"/>
    <p:sldId id="307" r:id="rId16"/>
    <p:sldId id="308" r:id="rId17"/>
    <p:sldId id="277" r:id="rId18"/>
    <p:sldId id="320" r:id="rId19"/>
    <p:sldId id="309" r:id="rId20"/>
    <p:sldId id="321" r:id="rId21"/>
    <p:sldId id="281" r:id="rId22"/>
    <p:sldId id="282" r:id="rId23"/>
    <p:sldId id="319" r:id="rId24"/>
    <p:sldId id="283" r:id="rId25"/>
    <p:sldId id="285" r:id="rId26"/>
    <p:sldId id="291" r:id="rId27"/>
    <p:sldId id="286" r:id="rId28"/>
    <p:sldId id="310" r:id="rId29"/>
    <p:sldId id="287" r:id="rId30"/>
    <p:sldId id="293" r:id="rId31"/>
    <p:sldId id="294" r:id="rId32"/>
    <p:sldId id="317" r:id="rId33"/>
    <p:sldId id="315" r:id="rId34"/>
    <p:sldId id="316" r:id="rId35"/>
    <p:sldId id="318" r:id="rId36"/>
    <p:sldId id="295" r:id="rId37"/>
    <p:sldId id="311" r:id="rId38"/>
    <p:sldId id="328" r:id="rId39"/>
    <p:sldId id="332" r:id="rId40"/>
    <p:sldId id="330" r:id="rId41"/>
    <p:sldId id="329" r:id="rId42"/>
    <p:sldId id="325" r:id="rId43"/>
    <p:sldId id="313" r:id="rId44"/>
    <p:sldId id="331" r:id="rId45"/>
    <p:sldId id="278" r:id="rId46"/>
    <p:sldId id="323" r:id="rId47"/>
    <p:sldId id="324" r:id="rId48"/>
    <p:sldId id="284" r:id="rId49"/>
    <p:sldId id="289" r:id="rId50"/>
    <p:sldId id="288" r:id="rId5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8F32"/>
    <a:srgbClr val="000000"/>
    <a:srgbClr val="CC3300"/>
    <a:srgbClr val="752A13"/>
    <a:srgbClr val="611911"/>
    <a:srgbClr val="7731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83FEB5-075E-2ED5-46FF-24980853801E}" v="1" dt="2025-05-31T07:55:23.1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76993" autoAdjust="0"/>
  </p:normalViewPr>
  <p:slideViewPr>
    <p:cSldViewPr snapToGrid="0">
      <p:cViewPr>
        <p:scale>
          <a:sx n="66" d="100"/>
          <a:sy n="66" d="100"/>
        </p:scale>
        <p:origin x="840" y="-5"/>
      </p:cViewPr>
      <p:guideLst/>
    </p:cSldViewPr>
  </p:slideViewPr>
  <p:notesTextViewPr>
    <p:cViewPr>
      <p:scale>
        <a:sx n="1" d="1"/>
        <a:sy n="1" d="1"/>
      </p:scale>
      <p:origin x="0" y="0"/>
    </p:cViewPr>
  </p:notesTextViewPr>
  <p:notesViewPr>
    <p:cSldViewPr snapToGrid="0">
      <p:cViewPr varScale="1">
        <p:scale>
          <a:sx n="84" d="100"/>
          <a:sy n="84" d="100"/>
        </p:scale>
        <p:origin x="286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nesan Nirosh" userId="f0332f72-99c2-4820-acef-500a0cfded19" providerId="ADAL" clId="{9E9A3AAC-C825-453A-9C93-B4A38B43927D}"/>
    <pc:docChg chg="undo custSel addSld delSld modSld sldOrd">
      <pc:chgData name="Sivanesan Nirosh" userId="f0332f72-99c2-4820-acef-500a0cfded19" providerId="ADAL" clId="{9E9A3AAC-C825-453A-9C93-B4A38B43927D}" dt="2025-05-22T12:08:33.472" v="637" actId="20577"/>
      <pc:docMkLst>
        <pc:docMk/>
      </pc:docMkLst>
      <pc:sldChg chg="ord">
        <pc:chgData name="Sivanesan Nirosh" userId="f0332f72-99c2-4820-acef-500a0cfded19" providerId="ADAL" clId="{9E9A3AAC-C825-453A-9C93-B4A38B43927D}" dt="2025-05-22T11:06:40.686" v="418"/>
        <pc:sldMkLst>
          <pc:docMk/>
          <pc:sldMk cId="1867101385" sldId="267"/>
        </pc:sldMkLst>
      </pc:sldChg>
      <pc:sldChg chg="addSp delSp modSp mod delAnim modAnim">
        <pc:chgData name="Sivanesan Nirosh" userId="f0332f72-99c2-4820-acef-500a0cfded19" providerId="ADAL" clId="{9E9A3AAC-C825-453A-9C93-B4A38B43927D}" dt="2025-05-22T11:03:57.925" v="337" actId="478"/>
        <pc:sldMkLst>
          <pc:docMk/>
          <pc:sldMk cId="3064269987" sldId="268"/>
        </pc:sldMkLst>
        <pc:picChg chg="add del mod">
          <ac:chgData name="Sivanesan Nirosh" userId="f0332f72-99c2-4820-acef-500a0cfded19" providerId="ADAL" clId="{9E9A3AAC-C825-453A-9C93-B4A38B43927D}" dt="2025-05-22T11:03:57.925" v="337" actId="478"/>
          <ac:picMkLst>
            <pc:docMk/>
            <pc:sldMk cId="3064269987" sldId="268"/>
            <ac:picMk id="5" creationId="{26AE6C0C-1662-DC60-1A4C-2C5C14F5CC8F}"/>
          </ac:picMkLst>
        </pc:picChg>
      </pc:sldChg>
      <pc:sldChg chg="addSp modSp mod">
        <pc:chgData name="Sivanesan Nirosh" userId="f0332f72-99c2-4820-acef-500a0cfded19" providerId="ADAL" clId="{9E9A3AAC-C825-453A-9C93-B4A38B43927D}" dt="2025-05-22T11:05:22.461" v="410" actId="20577"/>
        <pc:sldMkLst>
          <pc:docMk/>
          <pc:sldMk cId="54217316" sldId="270"/>
        </pc:sldMkLst>
        <pc:spChg chg="add mod">
          <ac:chgData name="Sivanesan Nirosh" userId="f0332f72-99c2-4820-acef-500a0cfded19" providerId="ADAL" clId="{9E9A3AAC-C825-453A-9C93-B4A38B43927D}" dt="2025-05-22T11:01:11.261" v="329" actId="1076"/>
          <ac:spMkLst>
            <pc:docMk/>
            <pc:sldMk cId="54217316" sldId="270"/>
            <ac:spMk id="2" creationId="{5542CF34-BF35-0156-E0C9-1CF1DCEDBCDB}"/>
          </ac:spMkLst>
        </pc:spChg>
        <pc:spChg chg="mod">
          <ac:chgData name="Sivanesan Nirosh" userId="f0332f72-99c2-4820-acef-500a0cfded19" providerId="ADAL" clId="{9E9A3AAC-C825-453A-9C93-B4A38B43927D}" dt="2025-05-22T11:05:22.461" v="410" actId="20577"/>
          <ac:spMkLst>
            <pc:docMk/>
            <pc:sldMk cId="54217316" sldId="270"/>
            <ac:spMk id="12" creationId="{7017A362-39E1-FCA5-B80F-8FC54878AAA1}"/>
          </ac:spMkLst>
        </pc:spChg>
      </pc:sldChg>
      <pc:sldChg chg="modNotesTx">
        <pc:chgData name="Sivanesan Nirosh" userId="f0332f72-99c2-4820-acef-500a0cfded19" providerId="ADAL" clId="{9E9A3AAC-C825-453A-9C93-B4A38B43927D}" dt="2025-05-22T12:03:16.811" v="619" actId="20577"/>
        <pc:sldMkLst>
          <pc:docMk/>
          <pc:sldMk cId="3869356988" sldId="282"/>
        </pc:sldMkLst>
      </pc:sldChg>
      <pc:sldChg chg="modNotesTx">
        <pc:chgData name="Sivanesan Nirosh" userId="f0332f72-99c2-4820-acef-500a0cfded19" providerId="ADAL" clId="{9E9A3AAC-C825-453A-9C93-B4A38B43927D}" dt="2025-05-22T11:58:21.454" v="614" actId="20577"/>
        <pc:sldMkLst>
          <pc:docMk/>
          <pc:sldMk cId="1072590352" sldId="283"/>
        </pc:sldMkLst>
      </pc:sldChg>
      <pc:sldChg chg="modSp mod modNotesTx">
        <pc:chgData name="Sivanesan Nirosh" userId="f0332f72-99c2-4820-acef-500a0cfded19" providerId="ADAL" clId="{9E9A3AAC-C825-453A-9C93-B4A38B43927D}" dt="2025-05-22T11:58:18.011" v="613" actId="20577"/>
        <pc:sldMkLst>
          <pc:docMk/>
          <pc:sldMk cId="893771305" sldId="285"/>
        </pc:sldMkLst>
        <pc:spChg chg="mod">
          <ac:chgData name="Sivanesan Nirosh" userId="f0332f72-99c2-4820-acef-500a0cfded19" providerId="ADAL" clId="{9E9A3AAC-C825-453A-9C93-B4A38B43927D}" dt="2025-05-22T11:47:36.503" v="484" actId="14100"/>
          <ac:spMkLst>
            <pc:docMk/>
            <pc:sldMk cId="893771305" sldId="285"/>
            <ac:spMk id="32" creationId="{35FE0490-6094-E0D7-27B1-5536EEEAABB8}"/>
          </ac:spMkLst>
        </pc:spChg>
        <pc:spChg chg="mod">
          <ac:chgData name="Sivanesan Nirosh" userId="f0332f72-99c2-4820-acef-500a0cfded19" providerId="ADAL" clId="{9E9A3AAC-C825-453A-9C93-B4A38B43927D}" dt="2025-05-22T11:47:45.616" v="490" actId="1076"/>
          <ac:spMkLst>
            <pc:docMk/>
            <pc:sldMk cId="893771305" sldId="285"/>
            <ac:spMk id="33" creationId="{76F461F4-34BE-D954-704B-B39DFBB61D7A}"/>
          </ac:spMkLst>
        </pc:spChg>
      </pc:sldChg>
      <pc:sldChg chg="delSp modSp mod modNotesTx">
        <pc:chgData name="Sivanesan Nirosh" userId="f0332f72-99c2-4820-acef-500a0cfded19" providerId="ADAL" clId="{9E9A3AAC-C825-453A-9C93-B4A38B43927D}" dt="2025-05-22T11:58:11.835" v="611" actId="20577"/>
        <pc:sldMkLst>
          <pc:docMk/>
          <pc:sldMk cId="3135948956" sldId="286"/>
        </pc:sldMkLst>
        <pc:spChg chg="mod">
          <ac:chgData name="Sivanesan Nirosh" userId="f0332f72-99c2-4820-acef-500a0cfded19" providerId="ADAL" clId="{9E9A3AAC-C825-453A-9C93-B4A38B43927D}" dt="2025-05-22T11:49:35.006" v="560" actId="14100"/>
          <ac:spMkLst>
            <pc:docMk/>
            <pc:sldMk cId="3135948956" sldId="286"/>
            <ac:spMk id="6" creationId="{8DE184EE-41F8-C553-FDFD-FC054FA8494C}"/>
          </ac:spMkLst>
        </pc:spChg>
        <pc:spChg chg="del">
          <ac:chgData name="Sivanesan Nirosh" userId="f0332f72-99c2-4820-acef-500a0cfded19" providerId="ADAL" clId="{9E9A3AAC-C825-453A-9C93-B4A38B43927D}" dt="2025-05-22T11:48:21.320" v="491" actId="478"/>
          <ac:spMkLst>
            <pc:docMk/>
            <pc:sldMk cId="3135948956" sldId="286"/>
            <ac:spMk id="16" creationId="{171FA757-F6CF-123D-9DA8-894BDD4FA0B7}"/>
          </ac:spMkLst>
        </pc:spChg>
      </pc:sldChg>
      <pc:sldChg chg="modSp mod modNotesTx">
        <pc:chgData name="Sivanesan Nirosh" userId="f0332f72-99c2-4820-acef-500a0cfded19" providerId="ADAL" clId="{9E9A3AAC-C825-453A-9C93-B4A38B43927D}" dt="2025-05-22T11:58:04.193" v="609" actId="20577"/>
        <pc:sldMkLst>
          <pc:docMk/>
          <pc:sldMk cId="109943322" sldId="287"/>
        </pc:sldMkLst>
        <pc:spChg chg="mod">
          <ac:chgData name="Sivanesan Nirosh" userId="f0332f72-99c2-4820-acef-500a0cfded19" providerId="ADAL" clId="{9E9A3AAC-C825-453A-9C93-B4A38B43927D}" dt="2025-05-22T11:56:12.357" v="589" actId="20577"/>
          <ac:spMkLst>
            <pc:docMk/>
            <pc:sldMk cId="109943322" sldId="287"/>
            <ac:spMk id="30" creationId="{033A52AF-5891-CA3C-731D-7587B8B4080C}"/>
          </ac:spMkLst>
        </pc:spChg>
        <pc:cxnChg chg="mod">
          <ac:chgData name="Sivanesan Nirosh" userId="f0332f72-99c2-4820-acef-500a0cfded19" providerId="ADAL" clId="{9E9A3AAC-C825-453A-9C93-B4A38B43927D}" dt="2025-05-22T11:55:13.410" v="582" actId="14100"/>
          <ac:cxnSpMkLst>
            <pc:docMk/>
            <pc:sldMk cId="109943322" sldId="287"/>
            <ac:cxnSpMk id="31" creationId="{53E0F7CB-3DBB-5928-DBF2-40337673C702}"/>
          </ac:cxnSpMkLst>
        </pc:cxnChg>
        <pc:cxnChg chg="mod">
          <ac:chgData name="Sivanesan Nirosh" userId="f0332f72-99c2-4820-acef-500a0cfded19" providerId="ADAL" clId="{9E9A3AAC-C825-453A-9C93-B4A38B43927D}" dt="2025-05-22T11:55:13.410" v="582" actId="14100"/>
          <ac:cxnSpMkLst>
            <pc:docMk/>
            <pc:sldMk cId="109943322" sldId="287"/>
            <ac:cxnSpMk id="77" creationId="{ED31167C-5B6F-89DA-BDC9-8C975B6A078F}"/>
          </ac:cxnSpMkLst>
        </pc:cxnChg>
      </pc:sldChg>
      <pc:sldChg chg="addSp modSp mod ord">
        <pc:chgData name="Sivanesan Nirosh" userId="f0332f72-99c2-4820-acef-500a0cfded19" providerId="ADAL" clId="{9E9A3AAC-C825-453A-9C93-B4A38B43927D}" dt="2025-05-22T11:41:51.781" v="474"/>
        <pc:sldMkLst>
          <pc:docMk/>
          <pc:sldMk cId="1990507372" sldId="288"/>
        </pc:sldMkLst>
        <pc:picChg chg="add mod">
          <ac:chgData name="Sivanesan Nirosh" userId="f0332f72-99c2-4820-acef-500a0cfded19" providerId="ADAL" clId="{9E9A3AAC-C825-453A-9C93-B4A38B43927D}" dt="2025-05-22T11:41:41.039" v="472" actId="1076"/>
          <ac:picMkLst>
            <pc:docMk/>
            <pc:sldMk cId="1990507372" sldId="288"/>
            <ac:picMk id="2" creationId="{9A8AEB99-0424-929D-51CD-8F19D283A619}"/>
          </ac:picMkLst>
        </pc:picChg>
      </pc:sldChg>
      <pc:sldChg chg="addSp modSp mod">
        <pc:chgData name="Sivanesan Nirosh" userId="f0332f72-99c2-4820-acef-500a0cfded19" providerId="ADAL" clId="{9E9A3AAC-C825-453A-9C93-B4A38B43927D}" dt="2025-05-22T11:42:18.649" v="479" actId="1076"/>
        <pc:sldMkLst>
          <pc:docMk/>
          <pc:sldMk cId="3905572166" sldId="289"/>
        </pc:sldMkLst>
        <pc:picChg chg="add mod">
          <ac:chgData name="Sivanesan Nirosh" userId="f0332f72-99c2-4820-acef-500a0cfded19" providerId="ADAL" clId="{9E9A3AAC-C825-453A-9C93-B4A38B43927D}" dt="2025-05-22T11:42:18.649" v="479" actId="1076"/>
          <ac:picMkLst>
            <pc:docMk/>
            <pc:sldMk cId="3905572166" sldId="289"/>
            <ac:picMk id="2" creationId="{D7D9FEE9-F83A-0F5A-71DE-1A1AFC78F05B}"/>
          </ac:picMkLst>
        </pc:picChg>
      </pc:sldChg>
      <pc:sldChg chg="modNotesTx">
        <pc:chgData name="Sivanesan Nirosh" userId="f0332f72-99c2-4820-acef-500a0cfded19" providerId="ADAL" clId="{9E9A3AAC-C825-453A-9C93-B4A38B43927D}" dt="2025-05-22T11:58:14.786" v="612" actId="20577"/>
        <pc:sldMkLst>
          <pc:docMk/>
          <pc:sldMk cId="1777802162" sldId="291"/>
        </pc:sldMkLst>
      </pc:sldChg>
      <pc:sldChg chg="modSp mod modNotesTx">
        <pc:chgData name="Sivanesan Nirosh" userId="f0332f72-99c2-4820-acef-500a0cfded19" providerId="ADAL" clId="{9E9A3AAC-C825-453A-9C93-B4A38B43927D}" dt="2025-05-22T11:58:00.994" v="608" actId="20577"/>
        <pc:sldMkLst>
          <pc:docMk/>
          <pc:sldMk cId="3255803842" sldId="293"/>
        </pc:sldMkLst>
        <pc:spChg chg="mod">
          <ac:chgData name="Sivanesan Nirosh" userId="f0332f72-99c2-4820-acef-500a0cfded19" providerId="ADAL" clId="{9E9A3AAC-C825-453A-9C93-B4A38B43927D}" dt="2025-05-22T11:55:37.392" v="586" actId="20577"/>
          <ac:spMkLst>
            <pc:docMk/>
            <pc:sldMk cId="3255803842" sldId="293"/>
            <ac:spMk id="6" creationId="{30132596-65C3-EF19-B344-134BF84E510E}"/>
          </ac:spMkLst>
        </pc:spChg>
      </pc:sldChg>
      <pc:sldChg chg="modNotesTx">
        <pc:chgData name="Sivanesan Nirosh" userId="f0332f72-99c2-4820-acef-500a0cfded19" providerId="ADAL" clId="{9E9A3AAC-C825-453A-9C93-B4A38B43927D}" dt="2025-05-22T11:57:57.856" v="607" actId="20577"/>
        <pc:sldMkLst>
          <pc:docMk/>
          <pc:sldMk cId="2670205956" sldId="294"/>
        </pc:sldMkLst>
      </pc:sldChg>
      <pc:sldChg chg="modNotesTx">
        <pc:chgData name="Sivanesan Nirosh" userId="f0332f72-99c2-4820-acef-500a0cfded19" providerId="ADAL" clId="{9E9A3AAC-C825-453A-9C93-B4A38B43927D}" dt="2025-05-22T11:57:36.790" v="602" actId="20577"/>
        <pc:sldMkLst>
          <pc:docMk/>
          <pc:sldMk cId="3438391112" sldId="295"/>
        </pc:sldMkLst>
      </pc:sldChg>
      <pc:sldChg chg="ord">
        <pc:chgData name="Sivanesan Nirosh" userId="f0332f72-99c2-4820-acef-500a0cfded19" providerId="ADAL" clId="{9E9A3AAC-C825-453A-9C93-B4A38B43927D}" dt="2025-05-22T11:06:38.143" v="416"/>
        <pc:sldMkLst>
          <pc:docMk/>
          <pc:sldMk cId="1532314823" sldId="302"/>
        </pc:sldMkLst>
      </pc:sldChg>
      <pc:sldChg chg="addSp delSp modSp mod delAnim modAnim">
        <pc:chgData name="Sivanesan Nirosh" userId="f0332f72-99c2-4820-acef-500a0cfded19" providerId="ADAL" clId="{9E9A3AAC-C825-453A-9C93-B4A38B43927D}" dt="2025-05-22T11:09:57.877" v="439"/>
        <pc:sldMkLst>
          <pc:docMk/>
          <pc:sldMk cId="3681116304" sldId="304"/>
        </pc:sldMkLst>
        <pc:spChg chg="add mod">
          <ac:chgData name="Sivanesan Nirosh" userId="f0332f72-99c2-4820-acef-500a0cfded19" providerId="ADAL" clId="{9E9A3AAC-C825-453A-9C93-B4A38B43927D}" dt="2025-05-22T11:08:55.319" v="430" actId="1076"/>
          <ac:spMkLst>
            <pc:docMk/>
            <pc:sldMk cId="3681116304" sldId="304"/>
            <ac:spMk id="7" creationId="{58424FD4-DC9F-44A9-B24F-86E65EE89B51}"/>
          </ac:spMkLst>
        </pc:spChg>
        <pc:spChg chg="del mod">
          <ac:chgData name="Sivanesan Nirosh" userId="f0332f72-99c2-4820-acef-500a0cfded19" providerId="ADAL" clId="{9E9A3AAC-C825-453A-9C93-B4A38B43927D}" dt="2025-05-22T11:08:46.772" v="427" actId="478"/>
          <ac:spMkLst>
            <pc:docMk/>
            <pc:sldMk cId="3681116304" sldId="304"/>
            <ac:spMk id="10" creationId="{222F7F4D-A828-23ED-4795-C16B2DD80D09}"/>
          </ac:spMkLst>
        </pc:spChg>
        <pc:spChg chg="del">
          <ac:chgData name="Sivanesan Nirosh" userId="f0332f72-99c2-4820-acef-500a0cfded19" providerId="ADAL" clId="{9E9A3AAC-C825-453A-9C93-B4A38B43927D}" dt="2025-05-22T11:08:51.666" v="428" actId="478"/>
          <ac:spMkLst>
            <pc:docMk/>
            <pc:sldMk cId="3681116304" sldId="304"/>
            <ac:spMk id="12" creationId="{EB6E6B7B-99C8-50F4-B79C-2744F9F16253}"/>
          </ac:spMkLst>
        </pc:spChg>
        <pc:spChg chg="add mod">
          <ac:chgData name="Sivanesan Nirosh" userId="f0332f72-99c2-4820-acef-500a0cfded19" providerId="ADAL" clId="{9E9A3AAC-C825-453A-9C93-B4A38B43927D}" dt="2025-05-22T11:08:55.319" v="430" actId="1076"/>
          <ac:spMkLst>
            <pc:docMk/>
            <pc:sldMk cId="3681116304" sldId="304"/>
            <ac:spMk id="15" creationId="{ED000F92-8706-95B7-DB2F-59ED801CD873}"/>
          </ac:spMkLst>
        </pc:spChg>
        <pc:spChg chg="add mod">
          <ac:chgData name="Sivanesan Nirosh" userId="f0332f72-99c2-4820-acef-500a0cfded19" providerId="ADAL" clId="{9E9A3AAC-C825-453A-9C93-B4A38B43927D}" dt="2025-05-22T11:09:04.538" v="432" actId="1076"/>
          <ac:spMkLst>
            <pc:docMk/>
            <pc:sldMk cId="3681116304" sldId="304"/>
            <ac:spMk id="16" creationId="{6FA50D60-594E-F687-321E-B21CC9D59C72}"/>
          </ac:spMkLst>
        </pc:spChg>
        <pc:spChg chg="del">
          <ac:chgData name="Sivanesan Nirosh" userId="f0332f72-99c2-4820-acef-500a0cfded19" providerId="ADAL" clId="{9E9A3AAC-C825-453A-9C93-B4A38B43927D}" dt="2025-05-22T11:08:51.666" v="428" actId="478"/>
          <ac:spMkLst>
            <pc:docMk/>
            <pc:sldMk cId="3681116304" sldId="304"/>
            <ac:spMk id="18" creationId="{BC54C537-C120-E806-FCFC-6751E00B4A4F}"/>
          </ac:spMkLst>
        </pc:spChg>
        <pc:picChg chg="del">
          <ac:chgData name="Sivanesan Nirosh" userId="f0332f72-99c2-4820-acef-500a0cfded19" providerId="ADAL" clId="{9E9A3AAC-C825-453A-9C93-B4A38B43927D}" dt="2025-05-22T11:08:26.791" v="421" actId="478"/>
          <ac:picMkLst>
            <pc:docMk/>
            <pc:sldMk cId="3681116304" sldId="304"/>
            <ac:picMk id="2" creationId="{2571223E-F3CD-A75F-B0B7-F3E4770A7580}"/>
          </ac:picMkLst>
        </pc:picChg>
        <pc:picChg chg="del">
          <ac:chgData name="Sivanesan Nirosh" userId="f0332f72-99c2-4820-acef-500a0cfded19" providerId="ADAL" clId="{9E9A3AAC-C825-453A-9C93-B4A38B43927D}" dt="2025-05-22T11:08:28.031" v="422" actId="478"/>
          <ac:picMkLst>
            <pc:docMk/>
            <pc:sldMk cId="3681116304" sldId="304"/>
            <ac:picMk id="5" creationId="{62081C68-3AA2-5BF3-1BAB-0139A446F8E7}"/>
          </ac:picMkLst>
        </pc:picChg>
        <pc:picChg chg="del mod">
          <ac:chgData name="Sivanesan Nirosh" userId="f0332f72-99c2-4820-acef-500a0cfded19" providerId="ADAL" clId="{9E9A3AAC-C825-453A-9C93-B4A38B43927D}" dt="2025-05-22T11:08:29.176" v="423" actId="478"/>
          <ac:picMkLst>
            <pc:docMk/>
            <pc:sldMk cId="3681116304" sldId="304"/>
            <ac:picMk id="6" creationId="{D087EED4-0190-8A6F-C2C8-20A8BD420D6E}"/>
          </ac:picMkLst>
        </pc:picChg>
        <pc:picChg chg="add mod">
          <ac:chgData name="Sivanesan Nirosh" userId="f0332f72-99c2-4820-acef-500a0cfded19" providerId="ADAL" clId="{9E9A3AAC-C825-453A-9C93-B4A38B43927D}" dt="2025-05-22T11:08:55.319" v="430" actId="1076"/>
          <ac:picMkLst>
            <pc:docMk/>
            <pc:sldMk cId="3681116304" sldId="304"/>
            <ac:picMk id="9" creationId="{B3498738-F8A0-7B69-A2F4-0AD6B93679FF}"/>
          </ac:picMkLst>
        </pc:picChg>
        <pc:picChg chg="add mod">
          <ac:chgData name="Sivanesan Nirosh" userId="f0332f72-99c2-4820-acef-500a0cfded19" providerId="ADAL" clId="{9E9A3AAC-C825-453A-9C93-B4A38B43927D}" dt="2025-05-22T11:08:55.319" v="430" actId="1076"/>
          <ac:picMkLst>
            <pc:docMk/>
            <pc:sldMk cId="3681116304" sldId="304"/>
            <ac:picMk id="11" creationId="{DB78249B-5A43-5E71-8662-46DB54AD93D6}"/>
          </ac:picMkLst>
        </pc:picChg>
        <pc:picChg chg="add mod">
          <ac:chgData name="Sivanesan Nirosh" userId="f0332f72-99c2-4820-acef-500a0cfded19" providerId="ADAL" clId="{9E9A3AAC-C825-453A-9C93-B4A38B43927D}" dt="2025-05-22T11:08:55.319" v="430" actId="1076"/>
          <ac:picMkLst>
            <pc:docMk/>
            <pc:sldMk cId="3681116304" sldId="304"/>
            <ac:picMk id="13" creationId="{4C854CD5-8DF7-3CDF-AD51-67C51144DC05}"/>
          </ac:picMkLst>
        </pc:picChg>
        <pc:picChg chg="del">
          <ac:chgData name="Sivanesan Nirosh" userId="f0332f72-99c2-4820-acef-500a0cfded19" providerId="ADAL" clId="{9E9A3AAC-C825-453A-9C93-B4A38B43927D}" dt="2025-05-22T11:09:09.229" v="434" actId="478"/>
          <ac:picMkLst>
            <pc:docMk/>
            <pc:sldMk cId="3681116304" sldId="304"/>
            <ac:picMk id="19" creationId="{08EFBF66-5E38-76D0-0B12-666F9B8D6FC4}"/>
          </ac:picMkLst>
        </pc:picChg>
        <pc:picChg chg="del">
          <ac:chgData name="Sivanesan Nirosh" userId="f0332f72-99c2-4820-acef-500a0cfded19" providerId="ADAL" clId="{9E9A3AAC-C825-453A-9C93-B4A38B43927D}" dt="2025-05-22T11:09:09.229" v="434" actId="478"/>
          <ac:picMkLst>
            <pc:docMk/>
            <pc:sldMk cId="3681116304" sldId="304"/>
            <ac:picMk id="20" creationId="{A8380EB2-57A6-AECA-0FE4-8DA3B00954DA}"/>
          </ac:picMkLst>
        </pc:picChg>
        <pc:picChg chg="del">
          <ac:chgData name="Sivanesan Nirosh" userId="f0332f72-99c2-4820-acef-500a0cfded19" providerId="ADAL" clId="{9E9A3AAC-C825-453A-9C93-B4A38B43927D}" dt="2025-05-22T11:09:09.229" v="434" actId="478"/>
          <ac:picMkLst>
            <pc:docMk/>
            <pc:sldMk cId="3681116304" sldId="304"/>
            <ac:picMk id="21" creationId="{847EFF29-8603-9D20-0170-C6B664D2AE46}"/>
          </ac:picMkLst>
        </pc:picChg>
        <pc:picChg chg="add mod">
          <ac:chgData name="Sivanesan Nirosh" userId="f0332f72-99c2-4820-acef-500a0cfded19" providerId="ADAL" clId="{9E9A3AAC-C825-453A-9C93-B4A38B43927D}" dt="2025-05-22T11:09:24.849" v="436" actId="1076"/>
          <ac:picMkLst>
            <pc:docMk/>
            <pc:sldMk cId="3681116304" sldId="304"/>
            <ac:picMk id="28" creationId="{70542801-3E07-6934-CB65-3D1669541AD4}"/>
          </ac:picMkLst>
        </pc:picChg>
        <pc:picChg chg="add mod">
          <ac:chgData name="Sivanesan Nirosh" userId="f0332f72-99c2-4820-acef-500a0cfded19" providerId="ADAL" clId="{9E9A3AAC-C825-453A-9C93-B4A38B43927D}" dt="2025-05-22T11:09:24.849" v="436" actId="1076"/>
          <ac:picMkLst>
            <pc:docMk/>
            <pc:sldMk cId="3681116304" sldId="304"/>
            <ac:picMk id="29" creationId="{97ACAAEB-E3A5-24D4-4B4B-F43B8CB819D4}"/>
          </ac:picMkLst>
        </pc:picChg>
        <pc:picChg chg="add mod">
          <ac:chgData name="Sivanesan Nirosh" userId="f0332f72-99c2-4820-acef-500a0cfded19" providerId="ADAL" clId="{9E9A3AAC-C825-453A-9C93-B4A38B43927D}" dt="2025-05-22T11:09:24.849" v="436" actId="1076"/>
          <ac:picMkLst>
            <pc:docMk/>
            <pc:sldMk cId="3681116304" sldId="304"/>
            <ac:picMk id="30" creationId="{80339C00-BD5E-67EB-B0DD-53B738661ECA}"/>
          </ac:picMkLst>
        </pc:picChg>
        <pc:cxnChg chg="del mod">
          <ac:chgData name="Sivanesan Nirosh" userId="f0332f72-99c2-4820-acef-500a0cfded19" providerId="ADAL" clId="{9E9A3AAC-C825-453A-9C93-B4A38B43927D}" dt="2025-05-22T11:08:51.666" v="428" actId="478"/>
          <ac:cxnSpMkLst>
            <pc:docMk/>
            <pc:sldMk cId="3681116304" sldId="304"/>
            <ac:cxnSpMk id="8" creationId="{80C7D377-146B-0D0A-FE7E-15A30D48BF9E}"/>
          </ac:cxnSpMkLst>
        </pc:cxnChg>
        <pc:cxnChg chg="add mod">
          <ac:chgData name="Sivanesan Nirosh" userId="f0332f72-99c2-4820-acef-500a0cfded19" providerId="ADAL" clId="{9E9A3AAC-C825-453A-9C93-B4A38B43927D}" dt="2025-05-22T11:08:55.319" v="430" actId="1076"/>
          <ac:cxnSpMkLst>
            <pc:docMk/>
            <pc:sldMk cId="3681116304" sldId="304"/>
            <ac:cxnSpMk id="14" creationId="{AC71B370-F534-BAC0-877A-A7EFE6A70C6A}"/>
          </ac:cxnSpMkLst>
        </pc:cxnChg>
        <pc:cxnChg chg="add del mod">
          <ac:chgData name="Sivanesan Nirosh" userId="f0332f72-99c2-4820-acef-500a0cfded19" providerId="ADAL" clId="{9E9A3AAC-C825-453A-9C93-B4A38B43927D}" dt="2025-05-22T11:09:28.632" v="437" actId="478"/>
          <ac:cxnSpMkLst>
            <pc:docMk/>
            <pc:sldMk cId="3681116304" sldId="304"/>
            <ac:cxnSpMk id="17" creationId="{AD26E43D-3AD7-D321-109C-C089D598C5BB}"/>
          </ac:cxnSpMkLst>
        </pc:cxnChg>
        <pc:cxnChg chg="add del mod">
          <ac:chgData name="Sivanesan Nirosh" userId="f0332f72-99c2-4820-acef-500a0cfded19" providerId="ADAL" clId="{9E9A3AAC-C825-453A-9C93-B4A38B43927D}" dt="2025-05-22T11:09:28.632" v="437" actId="478"/>
          <ac:cxnSpMkLst>
            <pc:docMk/>
            <pc:sldMk cId="3681116304" sldId="304"/>
            <ac:cxnSpMk id="22" creationId="{9A2B9883-042F-F7A1-B3A9-FAC667A17C42}"/>
          </ac:cxnSpMkLst>
        </pc:cxnChg>
        <pc:cxnChg chg="del">
          <ac:chgData name="Sivanesan Nirosh" userId="f0332f72-99c2-4820-acef-500a0cfded19" providerId="ADAL" clId="{9E9A3AAC-C825-453A-9C93-B4A38B43927D}" dt="2025-05-22T11:09:09.229" v="434" actId="478"/>
          <ac:cxnSpMkLst>
            <pc:docMk/>
            <pc:sldMk cId="3681116304" sldId="304"/>
            <ac:cxnSpMk id="24" creationId="{54EDB5B5-761E-7114-511A-BA44766171A3}"/>
          </ac:cxnSpMkLst>
        </pc:cxnChg>
        <pc:cxnChg chg="del">
          <ac:chgData name="Sivanesan Nirosh" userId="f0332f72-99c2-4820-acef-500a0cfded19" providerId="ADAL" clId="{9E9A3AAC-C825-453A-9C93-B4A38B43927D}" dt="2025-05-22T11:09:09.229" v="434" actId="478"/>
          <ac:cxnSpMkLst>
            <pc:docMk/>
            <pc:sldMk cId="3681116304" sldId="304"/>
            <ac:cxnSpMk id="25" creationId="{D1A5705B-3E11-E181-20C5-8F87D6001BE5}"/>
          </ac:cxnSpMkLst>
        </pc:cxnChg>
        <pc:cxnChg chg="del">
          <ac:chgData name="Sivanesan Nirosh" userId="f0332f72-99c2-4820-acef-500a0cfded19" providerId="ADAL" clId="{9E9A3AAC-C825-453A-9C93-B4A38B43927D}" dt="2025-05-22T11:09:09.229" v="434" actId="478"/>
          <ac:cxnSpMkLst>
            <pc:docMk/>
            <pc:sldMk cId="3681116304" sldId="304"/>
            <ac:cxnSpMk id="26" creationId="{377B33AB-083D-1AD1-D229-21F53FCAC289}"/>
          </ac:cxnSpMkLst>
        </pc:cxnChg>
        <pc:cxnChg chg="del">
          <ac:chgData name="Sivanesan Nirosh" userId="f0332f72-99c2-4820-acef-500a0cfded19" providerId="ADAL" clId="{9E9A3AAC-C825-453A-9C93-B4A38B43927D}" dt="2025-05-22T11:09:06.593" v="433" actId="478"/>
          <ac:cxnSpMkLst>
            <pc:docMk/>
            <pc:sldMk cId="3681116304" sldId="304"/>
            <ac:cxnSpMk id="27" creationId="{E327E13B-6E6D-35FA-3034-3EEBB44968D1}"/>
          </ac:cxnSpMkLst>
        </pc:cxnChg>
        <pc:cxnChg chg="add mod">
          <ac:chgData name="Sivanesan Nirosh" userId="f0332f72-99c2-4820-acef-500a0cfded19" providerId="ADAL" clId="{9E9A3AAC-C825-453A-9C93-B4A38B43927D}" dt="2025-05-22T11:09:24.849" v="436" actId="1076"/>
          <ac:cxnSpMkLst>
            <pc:docMk/>
            <pc:sldMk cId="3681116304" sldId="304"/>
            <ac:cxnSpMk id="31" creationId="{B1690D99-EBD7-12D0-8353-EFD6D705D16C}"/>
          </ac:cxnSpMkLst>
        </pc:cxnChg>
        <pc:cxnChg chg="add mod">
          <ac:chgData name="Sivanesan Nirosh" userId="f0332f72-99c2-4820-acef-500a0cfded19" providerId="ADAL" clId="{9E9A3AAC-C825-453A-9C93-B4A38B43927D}" dt="2025-05-22T11:09:24.849" v="436" actId="1076"/>
          <ac:cxnSpMkLst>
            <pc:docMk/>
            <pc:sldMk cId="3681116304" sldId="304"/>
            <ac:cxnSpMk id="32" creationId="{620623EF-5DDC-5D65-DFAF-7EF6120C9CCD}"/>
          </ac:cxnSpMkLst>
        </pc:cxnChg>
        <pc:cxnChg chg="add mod">
          <ac:chgData name="Sivanesan Nirosh" userId="f0332f72-99c2-4820-acef-500a0cfded19" providerId="ADAL" clId="{9E9A3AAC-C825-453A-9C93-B4A38B43927D}" dt="2025-05-22T11:09:24.849" v="436" actId="1076"/>
          <ac:cxnSpMkLst>
            <pc:docMk/>
            <pc:sldMk cId="3681116304" sldId="304"/>
            <ac:cxnSpMk id="33" creationId="{214A4B4F-9C22-DDEA-3648-53CD4BDCA612}"/>
          </ac:cxnSpMkLst>
        </pc:cxnChg>
        <pc:cxnChg chg="add mod">
          <ac:chgData name="Sivanesan Nirosh" userId="f0332f72-99c2-4820-acef-500a0cfded19" providerId="ADAL" clId="{9E9A3AAC-C825-453A-9C93-B4A38B43927D}" dt="2025-05-22T11:09:24.849" v="436" actId="1076"/>
          <ac:cxnSpMkLst>
            <pc:docMk/>
            <pc:sldMk cId="3681116304" sldId="304"/>
            <ac:cxnSpMk id="34" creationId="{6ADDE4F8-5979-66E4-AD34-ADCBE969054F}"/>
          </ac:cxnSpMkLst>
        </pc:cxnChg>
      </pc:sldChg>
      <pc:sldChg chg="modSp mod">
        <pc:chgData name="Sivanesan Nirosh" userId="f0332f72-99c2-4820-acef-500a0cfded19" providerId="ADAL" clId="{9E9A3AAC-C825-453A-9C93-B4A38B43927D}" dt="2025-05-22T12:08:33.472" v="637" actId="20577"/>
        <pc:sldMkLst>
          <pc:docMk/>
          <pc:sldMk cId="2083188005" sldId="305"/>
        </pc:sldMkLst>
        <pc:spChg chg="mod">
          <ac:chgData name="Sivanesan Nirosh" userId="f0332f72-99c2-4820-acef-500a0cfded19" providerId="ADAL" clId="{9E9A3AAC-C825-453A-9C93-B4A38B43927D}" dt="2025-05-22T12:08:33.472" v="637" actId="20577"/>
          <ac:spMkLst>
            <pc:docMk/>
            <pc:sldMk cId="2083188005" sldId="305"/>
            <ac:spMk id="17" creationId="{9B2DE9FC-BFB4-4317-D379-4B97A69E5929}"/>
          </ac:spMkLst>
        </pc:spChg>
      </pc:sldChg>
      <pc:sldChg chg="modNotesTx">
        <pc:chgData name="Sivanesan Nirosh" userId="f0332f72-99c2-4820-acef-500a0cfded19" providerId="ADAL" clId="{9E9A3AAC-C825-453A-9C93-B4A38B43927D}" dt="2025-05-22T11:58:07.780" v="610" actId="20577"/>
        <pc:sldMkLst>
          <pc:docMk/>
          <pc:sldMk cId="66502545" sldId="310"/>
        </pc:sldMkLst>
      </pc:sldChg>
      <pc:sldChg chg="modNotesTx">
        <pc:chgData name="Sivanesan Nirosh" userId="f0332f72-99c2-4820-acef-500a0cfded19" providerId="ADAL" clId="{9E9A3AAC-C825-453A-9C93-B4A38B43927D}" dt="2025-05-22T11:57:25.541" v="599" actId="20577"/>
        <pc:sldMkLst>
          <pc:docMk/>
          <pc:sldMk cId="1562112190" sldId="311"/>
        </pc:sldMkLst>
      </pc:sldChg>
      <pc:sldChg chg="addSp modSp mod">
        <pc:chgData name="Sivanesan Nirosh" userId="f0332f72-99c2-4820-acef-500a0cfded19" providerId="ADAL" clId="{9E9A3AAC-C825-453A-9C93-B4A38B43927D}" dt="2025-05-22T11:14:20.171" v="468" actId="20577"/>
        <pc:sldMkLst>
          <pc:docMk/>
          <pc:sldMk cId="2831139797" sldId="313"/>
        </pc:sldMkLst>
        <pc:spChg chg="add">
          <ac:chgData name="Sivanesan Nirosh" userId="f0332f72-99c2-4820-acef-500a0cfded19" providerId="ADAL" clId="{9E9A3AAC-C825-453A-9C93-B4A38B43927D}" dt="2025-05-22T10:56:27.466" v="169"/>
          <ac:spMkLst>
            <pc:docMk/>
            <pc:sldMk cId="2831139797" sldId="313"/>
            <ac:spMk id="2" creationId="{B3A2FEB2-A12D-64F9-6806-620AD2A9D608}"/>
          </ac:spMkLst>
        </pc:spChg>
        <pc:spChg chg="add">
          <ac:chgData name="Sivanesan Nirosh" userId="f0332f72-99c2-4820-acef-500a0cfded19" providerId="ADAL" clId="{9E9A3AAC-C825-453A-9C93-B4A38B43927D}" dt="2025-05-22T10:56:27.466" v="169"/>
          <ac:spMkLst>
            <pc:docMk/>
            <pc:sldMk cId="2831139797" sldId="313"/>
            <ac:spMk id="5" creationId="{5985C49B-8ED1-E222-28CB-5463CA7D825E}"/>
          </ac:spMkLst>
        </pc:spChg>
        <pc:spChg chg="mod">
          <ac:chgData name="Sivanesan Nirosh" userId="f0332f72-99c2-4820-acef-500a0cfded19" providerId="ADAL" clId="{9E9A3AAC-C825-453A-9C93-B4A38B43927D}" dt="2025-05-22T11:14:20.171" v="468" actId="20577"/>
          <ac:spMkLst>
            <pc:docMk/>
            <pc:sldMk cId="2831139797" sldId="313"/>
            <ac:spMk id="6" creationId="{E4F1E966-6638-DF7B-D0E7-3A5EC208290D}"/>
          </ac:spMkLst>
        </pc:spChg>
        <pc:spChg chg="add">
          <ac:chgData name="Sivanesan Nirosh" userId="f0332f72-99c2-4820-acef-500a0cfded19" providerId="ADAL" clId="{9E9A3AAC-C825-453A-9C93-B4A38B43927D}" dt="2025-05-22T10:56:27.466" v="169"/>
          <ac:spMkLst>
            <pc:docMk/>
            <pc:sldMk cId="2831139797" sldId="313"/>
            <ac:spMk id="7" creationId="{3118CC35-4A9F-60B7-6D9B-27588EC2C128}"/>
          </ac:spMkLst>
        </pc:spChg>
        <pc:spChg chg="add">
          <ac:chgData name="Sivanesan Nirosh" userId="f0332f72-99c2-4820-acef-500a0cfded19" providerId="ADAL" clId="{9E9A3AAC-C825-453A-9C93-B4A38B43927D}" dt="2025-05-22T10:56:27.466" v="169"/>
          <ac:spMkLst>
            <pc:docMk/>
            <pc:sldMk cId="2831139797" sldId="313"/>
            <ac:spMk id="8" creationId="{69C34F76-8BC6-1ED9-08FB-783C7043CD07}"/>
          </ac:spMkLst>
        </pc:spChg>
        <pc:spChg chg="add">
          <ac:chgData name="Sivanesan Nirosh" userId="f0332f72-99c2-4820-acef-500a0cfded19" providerId="ADAL" clId="{9E9A3AAC-C825-453A-9C93-B4A38B43927D}" dt="2025-05-22T10:56:27.466" v="169"/>
          <ac:spMkLst>
            <pc:docMk/>
            <pc:sldMk cId="2831139797" sldId="313"/>
            <ac:spMk id="9" creationId="{0A7EB546-76F9-B1E7-9688-51EF796B8B05}"/>
          </ac:spMkLst>
        </pc:spChg>
        <pc:spChg chg="add">
          <ac:chgData name="Sivanesan Nirosh" userId="f0332f72-99c2-4820-acef-500a0cfded19" providerId="ADAL" clId="{9E9A3AAC-C825-453A-9C93-B4A38B43927D}" dt="2025-05-22T10:56:30.687" v="170"/>
          <ac:spMkLst>
            <pc:docMk/>
            <pc:sldMk cId="2831139797" sldId="313"/>
            <ac:spMk id="10" creationId="{C2BC4F65-300E-37DD-9F94-901AFEAD9211}"/>
          </ac:spMkLst>
        </pc:spChg>
        <pc:spChg chg="add">
          <ac:chgData name="Sivanesan Nirosh" userId="f0332f72-99c2-4820-acef-500a0cfded19" providerId="ADAL" clId="{9E9A3AAC-C825-453A-9C93-B4A38B43927D}" dt="2025-05-22T10:56:30.687" v="170"/>
          <ac:spMkLst>
            <pc:docMk/>
            <pc:sldMk cId="2831139797" sldId="313"/>
            <ac:spMk id="11" creationId="{FFF9BB58-AD2C-CC01-ABD6-E5341067EC31}"/>
          </ac:spMkLst>
        </pc:spChg>
        <pc:spChg chg="add">
          <ac:chgData name="Sivanesan Nirosh" userId="f0332f72-99c2-4820-acef-500a0cfded19" providerId="ADAL" clId="{9E9A3AAC-C825-453A-9C93-B4A38B43927D}" dt="2025-05-22T10:56:30.687" v="170"/>
          <ac:spMkLst>
            <pc:docMk/>
            <pc:sldMk cId="2831139797" sldId="313"/>
            <ac:spMk id="12" creationId="{73F78E13-7513-F95A-26A2-6A12C7EAE0CA}"/>
          </ac:spMkLst>
        </pc:spChg>
        <pc:spChg chg="add">
          <ac:chgData name="Sivanesan Nirosh" userId="f0332f72-99c2-4820-acef-500a0cfded19" providerId="ADAL" clId="{9E9A3AAC-C825-453A-9C93-B4A38B43927D}" dt="2025-05-22T10:56:30.687" v="170"/>
          <ac:spMkLst>
            <pc:docMk/>
            <pc:sldMk cId="2831139797" sldId="313"/>
            <ac:spMk id="13" creationId="{91963328-03E5-3BE4-FDFD-0C5BB07B2951}"/>
          </ac:spMkLst>
        </pc:spChg>
        <pc:spChg chg="add">
          <ac:chgData name="Sivanesan Nirosh" userId="f0332f72-99c2-4820-acef-500a0cfded19" providerId="ADAL" clId="{9E9A3AAC-C825-453A-9C93-B4A38B43927D}" dt="2025-05-22T10:56:30.687" v="170"/>
          <ac:spMkLst>
            <pc:docMk/>
            <pc:sldMk cId="2831139797" sldId="313"/>
            <ac:spMk id="14" creationId="{DB443043-876D-1E27-78C8-7B31C0722999}"/>
          </ac:spMkLst>
        </pc:spChg>
      </pc:sldChg>
      <pc:sldChg chg="modNotesTx">
        <pc:chgData name="Sivanesan Nirosh" userId="f0332f72-99c2-4820-acef-500a0cfded19" providerId="ADAL" clId="{9E9A3AAC-C825-453A-9C93-B4A38B43927D}" dt="2025-05-22T11:57:50.755" v="605" actId="20577"/>
        <pc:sldMkLst>
          <pc:docMk/>
          <pc:sldMk cId="4194770406" sldId="315"/>
        </pc:sldMkLst>
      </pc:sldChg>
      <pc:sldChg chg="modNotesTx">
        <pc:chgData name="Sivanesan Nirosh" userId="f0332f72-99c2-4820-acef-500a0cfded19" providerId="ADAL" clId="{9E9A3AAC-C825-453A-9C93-B4A38B43927D}" dt="2025-05-22T11:57:47.011" v="604" actId="20577"/>
        <pc:sldMkLst>
          <pc:docMk/>
          <pc:sldMk cId="3690423840" sldId="316"/>
        </pc:sldMkLst>
      </pc:sldChg>
      <pc:sldChg chg="modNotesTx">
        <pc:chgData name="Sivanesan Nirosh" userId="f0332f72-99c2-4820-acef-500a0cfded19" providerId="ADAL" clId="{9E9A3AAC-C825-453A-9C93-B4A38B43927D}" dt="2025-05-22T11:57:54.258" v="606" actId="20577"/>
        <pc:sldMkLst>
          <pc:docMk/>
          <pc:sldMk cId="1444560657" sldId="317"/>
        </pc:sldMkLst>
      </pc:sldChg>
      <pc:sldChg chg="modNotesTx">
        <pc:chgData name="Sivanesan Nirosh" userId="f0332f72-99c2-4820-acef-500a0cfded19" providerId="ADAL" clId="{9E9A3AAC-C825-453A-9C93-B4A38B43927D}" dt="2025-05-22T11:57:41.843" v="603" actId="20577"/>
        <pc:sldMkLst>
          <pc:docMk/>
          <pc:sldMk cId="2100221963" sldId="318"/>
        </pc:sldMkLst>
      </pc:sldChg>
      <pc:sldChg chg="modNotesTx">
        <pc:chgData name="Sivanesan Nirosh" userId="f0332f72-99c2-4820-acef-500a0cfded19" providerId="ADAL" clId="{9E9A3AAC-C825-453A-9C93-B4A38B43927D}" dt="2025-05-22T12:04:05.789" v="621" actId="20577"/>
        <pc:sldMkLst>
          <pc:docMk/>
          <pc:sldMk cId="1961115808" sldId="319"/>
        </pc:sldMkLst>
      </pc:sldChg>
      <pc:sldChg chg="addSp delSp mod">
        <pc:chgData name="Sivanesan Nirosh" userId="f0332f72-99c2-4820-acef-500a0cfded19" providerId="ADAL" clId="{9E9A3AAC-C825-453A-9C93-B4A38B43927D}" dt="2025-05-22T12:03:16.654" v="618" actId="9405"/>
        <pc:sldMkLst>
          <pc:docMk/>
          <pc:sldMk cId="2164535667" sldId="321"/>
        </pc:sldMkLst>
        <pc:inkChg chg="add del">
          <ac:chgData name="Sivanesan Nirosh" userId="f0332f72-99c2-4820-acef-500a0cfded19" providerId="ADAL" clId="{9E9A3AAC-C825-453A-9C93-B4A38B43927D}" dt="2025-05-22T12:03:16.654" v="618" actId="9405"/>
          <ac:inkMkLst>
            <pc:docMk/>
            <pc:sldMk cId="2164535667" sldId="321"/>
            <ac:inkMk id="5" creationId="{2A24FE47-88DC-7E54-2104-1D7676B92710}"/>
          </ac:inkMkLst>
        </pc:inkChg>
      </pc:sldChg>
      <pc:sldChg chg="del">
        <pc:chgData name="Sivanesan Nirosh" userId="f0332f72-99c2-4820-acef-500a0cfded19" providerId="ADAL" clId="{9E9A3AAC-C825-453A-9C93-B4A38B43927D}" dt="2025-05-22T12:04:25.064" v="622" actId="47"/>
        <pc:sldMkLst>
          <pc:docMk/>
          <pc:sldMk cId="909631601" sldId="322"/>
        </pc:sldMkLst>
      </pc:sldChg>
      <pc:sldChg chg="modNotesTx">
        <pc:chgData name="Sivanesan Nirosh" userId="f0332f72-99c2-4820-acef-500a0cfded19" providerId="ADAL" clId="{9E9A3AAC-C825-453A-9C93-B4A38B43927D}" dt="2025-05-22T11:14:52.334" v="469" actId="20577"/>
        <pc:sldMkLst>
          <pc:docMk/>
          <pc:sldMk cId="480907349" sldId="325"/>
        </pc:sldMkLst>
      </pc:sldChg>
      <pc:sldChg chg="modSp mod">
        <pc:chgData name="Sivanesan Nirosh" userId="f0332f72-99c2-4820-acef-500a0cfded19" providerId="ADAL" clId="{9E9A3AAC-C825-453A-9C93-B4A38B43927D}" dt="2025-05-22T11:13:27.628" v="444" actId="113"/>
        <pc:sldMkLst>
          <pc:docMk/>
          <pc:sldMk cId="1386067358" sldId="326"/>
        </pc:sldMkLst>
        <pc:spChg chg="mod">
          <ac:chgData name="Sivanesan Nirosh" userId="f0332f72-99c2-4820-acef-500a0cfded19" providerId="ADAL" clId="{9E9A3AAC-C825-453A-9C93-B4A38B43927D}" dt="2025-05-22T11:13:27.628" v="444" actId="113"/>
          <ac:spMkLst>
            <pc:docMk/>
            <pc:sldMk cId="1386067358" sldId="326"/>
            <ac:spMk id="14" creationId="{7E4D0026-764D-D21A-032D-8C575700BB4B}"/>
          </ac:spMkLst>
        </pc:spChg>
      </pc:sldChg>
      <pc:sldChg chg="delSp modSp mod modNotesTx">
        <pc:chgData name="Sivanesan Nirosh" userId="f0332f72-99c2-4820-acef-500a0cfded19" providerId="ADAL" clId="{9E9A3AAC-C825-453A-9C93-B4A38B43927D}" dt="2025-05-22T11:57:29.522" v="600" actId="20577"/>
        <pc:sldMkLst>
          <pc:docMk/>
          <pc:sldMk cId="404126592" sldId="328"/>
        </pc:sldMkLst>
        <pc:picChg chg="del">
          <ac:chgData name="Sivanesan Nirosh" userId="f0332f72-99c2-4820-acef-500a0cfded19" providerId="ADAL" clId="{9E9A3AAC-C825-453A-9C93-B4A38B43927D}" dt="2025-05-22T11:56:59.631" v="594" actId="478"/>
          <ac:picMkLst>
            <pc:docMk/>
            <pc:sldMk cId="404126592" sldId="328"/>
            <ac:picMk id="2" creationId="{6F715CAA-2B6C-0E94-9566-ECFC685922F9}"/>
          </ac:picMkLst>
        </pc:picChg>
        <pc:picChg chg="del">
          <ac:chgData name="Sivanesan Nirosh" userId="f0332f72-99c2-4820-acef-500a0cfded19" providerId="ADAL" clId="{9E9A3AAC-C825-453A-9C93-B4A38B43927D}" dt="2025-05-22T11:57:01.092" v="595" actId="478"/>
          <ac:picMkLst>
            <pc:docMk/>
            <pc:sldMk cId="404126592" sldId="328"/>
            <ac:picMk id="5" creationId="{6698D055-25FE-F548-858A-1F54FD6EE486}"/>
          </ac:picMkLst>
        </pc:picChg>
        <pc:picChg chg="mod">
          <ac:chgData name="Sivanesan Nirosh" userId="f0332f72-99c2-4820-acef-500a0cfded19" providerId="ADAL" clId="{9E9A3AAC-C825-453A-9C93-B4A38B43927D}" dt="2025-05-22T11:57:07.907" v="598" actId="1076"/>
          <ac:picMkLst>
            <pc:docMk/>
            <pc:sldMk cId="404126592" sldId="328"/>
            <ac:picMk id="7" creationId="{E77ED590-FC59-489A-3E63-71BE247A4668}"/>
          </ac:picMkLst>
        </pc:picChg>
      </pc:sldChg>
      <pc:sldChg chg="modSp mod">
        <pc:chgData name="Sivanesan Nirosh" userId="f0332f72-99c2-4820-acef-500a0cfded19" providerId="ADAL" clId="{9E9A3AAC-C825-453A-9C93-B4A38B43927D}" dt="2025-05-22T11:56:40.438" v="592" actId="404"/>
        <pc:sldMkLst>
          <pc:docMk/>
          <pc:sldMk cId="2009703604" sldId="329"/>
        </pc:sldMkLst>
        <pc:spChg chg="mod">
          <ac:chgData name="Sivanesan Nirosh" userId="f0332f72-99c2-4820-acef-500a0cfded19" providerId="ADAL" clId="{9E9A3AAC-C825-453A-9C93-B4A38B43927D}" dt="2025-05-22T11:56:40.438" v="592" actId="404"/>
          <ac:spMkLst>
            <pc:docMk/>
            <pc:sldMk cId="2009703604" sldId="329"/>
            <ac:spMk id="66" creationId="{7FA4D42E-0696-DD7F-1495-A02457C41F38}"/>
          </ac:spMkLst>
        </pc:spChg>
      </pc:sldChg>
      <pc:sldChg chg="modSp add mod">
        <pc:chgData name="Sivanesan Nirosh" userId="f0332f72-99c2-4820-acef-500a0cfded19" providerId="ADAL" clId="{9E9A3AAC-C825-453A-9C93-B4A38B43927D}" dt="2025-05-22T10:59:44.303" v="303" actId="404"/>
        <pc:sldMkLst>
          <pc:docMk/>
          <pc:sldMk cId="3294812440" sldId="331"/>
        </pc:sldMkLst>
        <pc:spChg chg="mod">
          <ac:chgData name="Sivanesan Nirosh" userId="f0332f72-99c2-4820-acef-500a0cfded19" providerId="ADAL" clId="{9E9A3AAC-C825-453A-9C93-B4A38B43927D}" dt="2025-05-22T10:59:44.303" v="303" actId="404"/>
          <ac:spMkLst>
            <pc:docMk/>
            <pc:sldMk cId="3294812440" sldId="331"/>
            <ac:spMk id="2" creationId="{6B30DD38-1D4C-C8C4-23C1-F1F5A8E9A306}"/>
          </ac:spMkLst>
        </pc:spChg>
      </pc:sldChg>
      <pc:sldChg chg="add modNotesTx">
        <pc:chgData name="Sivanesan Nirosh" userId="f0332f72-99c2-4820-acef-500a0cfded19" providerId="ADAL" clId="{9E9A3AAC-C825-453A-9C93-B4A38B43927D}" dt="2025-05-22T11:57:32.433" v="601" actId="20577"/>
        <pc:sldMkLst>
          <pc:docMk/>
          <pc:sldMk cId="4004339002" sldId="332"/>
        </pc:sldMkLst>
      </pc:sldChg>
    </pc:docChg>
  </pc:docChgLst>
  <pc:docChgLst>
    <pc:chgData name="Sivanesan Nirosh" userId="S::nirosh.sivanesa@hes-so.ch::f0332f72-99c2-4820-acef-500a0cfded19" providerId="AD" clId="Web-{EA83FEB5-075E-2ED5-46FF-24980853801E}"/>
    <pc:docChg chg="delSld">
      <pc:chgData name="Sivanesan Nirosh" userId="S::nirosh.sivanesa@hes-so.ch::f0332f72-99c2-4820-acef-500a0cfded19" providerId="AD" clId="Web-{EA83FEB5-075E-2ED5-46FF-24980853801E}" dt="2025-05-31T07:55:23.108" v="0"/>
      <pc:docMkLst>
        <pc:docMk/>
      </pc:docMkLst>
      <pc:sldChg chg="del">
        <pc:chgData name="Sivanesan Nirosh" userId="S::nirosh.sivanesa@hes-so.ch::f0332f72-99c2-4820-acef-500a0cfded19" providerId="AD" clId="Web-{EA83FEB5-075E-2ED5-46FF-24980853801E}" dt="2025-05-31T07:55:23.108" v="0"/>
        <pc:sldMkLst>
          <pc:docMk/>
          <pc:sldMk cId="959457000" sldId="27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7047D8-34B2-4F59-BB38-D52707205CB6}" type="doc">
      <dgm:prSet loTypeId="urn:microsoft.com/office/officeart/2005/8/layout/hChevron3" loCatId="process" qsTypeId="urn:microsoft.com/office/officeart/2005/8/quickstyle/simple1" qsCatId="simple" csTypeId="urn:microsoft.com/office/officeart/2005/8/colors/accent1_2" csCatId="accent1" phldr="1"/>
      <dgm:spPr/>
    </dgm:pt>
    <dgm:pt modelId="{347DC6FA-E1A4-49BB-A615-4664A12BBA94}">
      <dgm:prSet phldrT="[Texte]" phldr="1"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gs>
            <a:gs pos="23000">
              <a:srgbClr val="CC3300"/>
            </a:gs>
            <a:gs pos="69000">
              <a:srgbClr val="752A13"/>
            </a:gs>
            <a:gs pos="97000">
              <a:srgbClr val="611911"/>
            </a:gs>
          </a:gsLst>
          <a:path path="circle">
            <a:fillToRect l="50000" t="50000" r="50000" b="50000"/>
          </a:path>
          <a:tileRect/>
        </a:gradFill>
        <a:ln>
          <a:noFill/>
        </a:ln>
      </dgm:spPr>
      <dgm:t>
        <a:bodyPr rtlCol="0" anchor="ctr"/>
        <a:lstStyle/>
        <a:p>
          <a:endParaRPr lang="fr-FR" sz="1800" kern="1200" dirty="0">
            <a:solidFill>
              <a:schemeClr val="lt1"/>
            </a:solidFill>
            <a:latin typeface="+mn-lt"/>
            <a:ea typeface="+mn-ea"/>
            <a:cs typeface="+mn-cs"/>
          </a:endParaRPr>
        </a:p>
      </dgm:t>
    </dgm:pt>
    <dgm:pt modelId="{BB11ACF5-4821-4F65-9956-51723F505306}" type="parTrans" cxnId="{A38476B3-7D61-4F74-8E63-1D8145686E49}">
      <dgm:prSet/>
      <dgm:spPr/>
      <dgm:t>
        <a:bodyPr/>
        <a:lstStyle/>
        <a:p>
          <a:endParaRPr lang="fr-FR"/>
        </a:p>
      </dgm:t>
    </dgm:pt>
    <dgm:pt modelId="{62999346-9056-4806-8476-91B25F5B04F3}" type="sibTrans" cxnId="{A38476B3-7D61-4F74-8E63-1D8145686E49}">
      <dgm:prSet/>
      <dgm:spPr/>
      <dgm:t>
        <a:bodyPr/>
        <a:lstStyle/>
        <a:p>
          <a:endParaRPr lang="fr-FR"/>
        </a:p>
      </dgm:t>
    </dgm:pt>
    <dgm:pt modelId="{2B4785F8-D9A0-4414-AC30-BB9EADBA3F4B}">
      <dgm:prSet phldrT="[Texte]" phldr="1"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68A83C3E-5582-47BE-BAF9-52AA8E4ABEEA}" type="parTrans" cxnId="{009C2D05-C494-4E6D-898B-89084989E6B3}">
      <dgm:prSet/>
      <dgm:spPr/>
      <dgm:t>
        <a:bodyPr/>
        <a:lstStyle/>
        <a:p>
          <a:endParaRPr lang="fr-FR"/>
        </a:p>
      </dgm:t>
    </dgm:pt>
    <dgm:pt modelId="{24EB5DE9-D02C-4A02-971E-E0B6AED85F4D}" type="sibTrans" cxnId="{009C2D05-C494-4E6D-898B-89084989E6B3}">
      <dgm:prSet/>
      <dgm:spPr/>
      <dgm:t>
        <a:bodyPr/>
        <a:lstStyle/>
        <a:p>
          <a:endParaRPr lang="fr-FR"/>
        </a:p>
      </dgm:t>
    </dgm:pt>
    <dgm:pt modelId="{44EBE696-73E2-41D5-A6C8-6E749BF3FD9A}">
      <dgm:prSet phldrT="[Texte]"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82D0B142-492E-4CA9-895F-6FB4644EFBFA}" type="parTrans" cxnId="{B20321F4-F5C8-415F-82AC-8A67FEEB0F43}">
      <dgm:prSet/>
      <dgm:spPr/>
      <dgm:t>
        <a:bodyPr/>
        <a:lstStyle/>
        <a:p>
          <a:endParaRPr lang="fr-FR"/>
        </a:p>
      </dgm:t>
    </dgm:pt>
    <dgm:pt modelId="{C1AA2A4B-8927-432D-9DB7-256478E3C36C}" type="sibTrans" cxnId="{B20321F4-F5C8-415F-82AC-8A67FEEB0F43}">
      <dgm:prSet/>
      <dgm:spPr/>
      <dgm:t>
        <a:bodyPr/>
        <a:lstStyle/>
        <a:p>
          <a:endParaRPr lang="fr-FR"/>
        </a:p>
      </dgm:t>
    </dgm:pt>
    <dgm:pt modelId="{B086937A-D461-46FA-A484-DD037500DC52}">
      <dgm:prSet phldrT="[Texte]"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BA500948-D738-490E-AAA6-A510BC197FA0}" type="parTrans" cxnId="{31B41C4B-E83F-4B9F-9AC7-76B129C7EDE0}">
      <dgm:prSet/>
      <dgm:spPr/>
      <dgm:t>
        <a:bodyPr/>
        <a:lstStyle/>
        <a:p>
          <a:endParaRPr lang="fr-FR"/>
        </a:p>
      </dgm:t>
    </dgm:pt>
    <dgm:pt modelId="{26AFDA37-D665-4580-8A85-BC611814AA45}" type="sibTrans" cxnId="{31B41C4B-E83F-4B9F-9AC7-76B129C7EDE0}">
      <dgm:prSet/>
      <dgm:spPr/>
      <dgm:t>
        <a:bodyPr/>
        <a:lstStyle/>
        <a:p>
          <a:endParaRPr lang="fr-FR"/>
        </a:p>
      </dgm:t>
    </dgm:pt>
    <dgm:pt modelId="{0ECEFEEB-5951-40CF-BBE4-392598281EFF}">
      <dgm:prSet phldrT="[Texte]"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DF15A670-02A3-45A5-96CA-25E2C1A67B8C}" type="parTrans" cxnId="{821BFF98-6BB7-409F-B299-DFC8DA9154EA}">
      <dgm:prSet/>
      <dgm:spPr/>
      <dgm:t>
        <a:bodyPr/>
        <a:lstStyle/>
        <a:p>
          <a:endParaRPr lang="fr-FR"/>
        </a:p>
      </dgm:t>
    </dgm:pt>
    <dgm:pt modelId="{AC835D4A-5034-409C-B911-1BDE431177CE}" type="sibTrans" cxnId="{821BFF98-6BB7-409F-B299-DFC8DA9154EA}">
      <dgm:prSet/>
      <dgm:spPr/>
      <dgm:t>
        <a:bodyPr/>
        <a:lstStyle/>
        <a:p>
          <a:endParaRPr lang="fr-FR"/>
        </a:p>
      </dgm:t>
    </dgm:pt>
    <dgm:pt modelId="{B1DF6609-3E91-40C7-92C1-3971D3B3EB68}">
      <dgm:prSet phldrT="[Texte]"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255AE826-6D18-4D39-9DDE-0F69EF8DF5E9}" type="parTrans" cxnId="{78229C67-1906-4147-A2C9-4D756D43A060}">
      <dgm:prSet/>
      <dgm:spPr/>
      <dgm:t>
        <a:bodyPr/>
        <a:lstStyle/>
        <a:p>
          <a:endParaRPr lang="fr-FR"/>
        </a:p>
      </dgm:t>
    </dgm:pt>
    <dgm:pt modelId="{8A58EE5C-9BB9-41B4-8079-7F4950670BDD}" type="sibTrans" cxnId="{78229C67-1906-4147-A2C9-4D756D43A060}">
      <dgm:prSet/>
      <dgm:spPr/>
      <dgm:t>
        <a:bodyPr/>
        <a:lstStyle/>
        <a:p>
          <a:endParaRPr lang="fr-FR"/>
        </a:p>
      </dgm:t>
    </dgm:pt>
    <dgm:pt modelId="{080F307D-0E9A-4741-9631-D362819BCFE1}" type="pres">
      <dgm:prSet presAssocID="{3C7047D8-34B2-4F59-BB38-D52707205CB6}" presName="Name0" presStyleCnt="0">
        <dgm:presLayoutVars>
          <dgm:dir/>
          <dgm:resizeHandles val="exact"/>
        </dgm:presLayoutVars>
      </dgm:prSet>
      <dgm:spPr/>
    </dgm:pt>
    <dgm:pt modelId="{9670520D-A480-4EBD-9BD9-694F4356D8FB}" type="pres">
      <dgm:prSet presAssocID="{347DC6FA-E1A4-49BB-A615-4664A12BBA94}" presName="parTxOnly" presStyleLbl="node1" presStyleIdx="0" presStyleCnt="6">
        <dgm:presLayoutVars>
          <dgm:bulletEnabled val="1"/>
        </dgm:presLayoutVars>
      </dgm:prSet>
      <dgm:spPr>
        <a:xfrm>
          <a:off x="5953" y="0"/>
          <a:ext cx="1845468" cy="471983"/>
        </a:xfrm>
        <a:prstGeom prst="homePlate">
          <a:avLst/>
        </a:prstGeom>
      </dgm:spPr>
    </dgm:pt>
    <dgm:pt modelId="{D87C29CB-BD20-48BC-AECD-1B2916F676D0}" type="pres">
      <dgm:prSet presAssocID="{62999346-9056-4806-8476-91B25F5B04F3}" presName="parSpace" presStyleCnt="0"/>
      <dgm:spPr/>
    </dgm:pt>
    <dgm:pt modelId="{E9EEE4BE-372C-413A-AFD3-2CBCD65C6D7D}" type="pres">
      <dgm:prSet presAssocID="{2B4785F8-D9A0-4414-AC30-BB9EADBA3F4B}" presName="parTxOnly" presStyleLbl="node1" presStyleIdx="1" presStyleCnt="6">
        <dgm:presLayoutVars>
          <dgm:bulletEnabled val="1"/>
        </dgm:presLayoutVars>
      </dgm:prSet>
      <dgm:spPr>
        <a:xfrm>
          <a:off x="1482328" y="0"/>
          <a:ext cx="1845468" cy="471983"/>
        </a:xfrm>
        <a:prstGeom prst="chevron">
          <a:avLst/>
        </a:prstGeom>
      </dgm:spPr>
    </dgm:pt>
    <dgm:pt modelId="{381F3950-A36C-4AC9-A2E4-2BD9BD74D12E}" type="pres">
      <dgm:prSet presAssocID="{24EB5DE9-D02C-4A02-971E-E0B6AED85F4D}" presName="parSpace" presStyleCnt="0"/>
      <dgm:spPr/>
    </dgm:pt>
    <dgm:pt modelId="{E9D33077-D085-4E22-BE80-72CB7C62927E}" type="pres">
      <dgm:prSet presAssocID="{B086937A-D461-46FA-A484-DD037500DC52}" presName="parTxOnly" presStyleLbl="node1" presStyleIdx="2" presStyleCnt="6">
        <dgm:presLayoutVars>
          <dgm:bulletEnabled val="1"/>
        </dgm:presLayoutVars>
      </dgm:prSet>
      <dgm:spPr/>
    </dgm:pt>
    <dgm:pt modelId="{52771748-0B1A-4079-B08C-E8AB33EB7DFD}" type="pres">
      <dgm:prSet presAssocID="{26AFDA37-D665-4580-8A85-BC611814AA45}" presName="parSpace" presStyleCnt="0"/>
      <dgm:spPr/>
    </dgm:pt>
    <dgm:pt modelId="{8E03675A-F57B-4043-A99D-22ADC3C5AD8F}" type="pres">
      <dgm:prSet presAssocID="{0ECEFEEB-5951-40CF-BBE4-392598281EFF}" presName="parTxOnly" presStyleLbl="node1" presStyleIdx="3" presStyleCnt="6">
        <dgm:presLayoutVars>
          <dgm:bulletEnabled val="1"/>
        </dgm:presLayoutVars>
      </dgm:prSet>
      <dgm:spPr/>
    </dgm:pt>
    <dgm:pt modelId="{D71BD7D7-0C25-48D7-8355-E245093A838B}" type="pres">
      <dgm:prSet presAssocID="{AC835D4A-5034-409C-B911-1BDE431177CE}" presName="parSpace" presStyleCnt="0"/>
      <dgm:spPr/>
    </dgm:pt>
    <dgm:pt modelId="{58C2D6A4-97C7-49DD-A3AE-FBAB8FE323BB}" type="pres">
      <dgm:prSet presAssocID="{B1DF6609-3E91-40C7-92C1-3971D3B3EB68}" presName="parTxOnly" presStyleLbl="node1" presStyleIdx="4" presStyleCnt="6">
        <dgm:presLayoutVars>
          <dgm:bulletEnabled val="1"/>
        </dgm:presLayoutVars>
      </dgm:prSet>
      <dgm:spPr/>
    </dgm:pt>
    <dgm:pt modelId="{9ACFE0DA-65DD-408E-BD77-B1B59417BB19}" type="pres">
      <dgm:prSet presAssocID="{8A58EE5C-9BB9-41B4-8079-7F4950670BDD}" presName="parSpace" presStyleCnt="0"/>
      <dgm:spPr/>
    </dgm:pt>
    <dgm:pt modelId="{FD797E19-90AB-40E6-B548-A45CA25C3CB0}" type="pres">
      <dgm:prSet presAssocID="{44EBE696-73E2-41D5-A6C8-6E749BF3FD9A}" presName="parTxOnly" presStyleLbl="node1" presStyleIdx="5" presStyleCnt="6">
        <dgm:presLayoutVars>
          <dgm:bulletEnabled val="1"/>
        </dgm:presLayoutVars>
      </dgm:prSet>
      <dgm:spPr/>
    </dgm:pt>
  </dgm:ptLst>
  <dgm:cxnLst>
    <dgm:cxn modelId="{009C2D05-C494-4E6D-898B-89084989E6B3}" srcId="{3C7047D8-34B2-4F59-BB38-D52707205CB6}" destId="{2B4785F8-D9A0-4414-AC30-BB9EADBA3F4B}" srcOrd="1" destOrd="0" parTransId="{68A83C3E-5582-47BE-BAF9-52AA8E4ABEEA}" sibTransId="{24EB5DE9-D02C-4A02-971E-E0B6AED85F4D}"/>
    <dgm:cxn modelId="{12A0C805-6269-4131-9D9D-CEACDE434810}" type="presOf" srcId="{B086937A-D461-46FA-A484-DD037500DC52}" destId="{E9D33077-D085-4E22-BE80-72CB7C62927E}" srcOrd="0" destOrd="0" presId="urn:microsoft.com/office/officeart/2005/8/layout/hChevron3"/>
    <dgm:cxn modelId="{01D6A242-25A6-4FF3-8DBC-30C08121360D}" type="presOf" srcId="{347DC6FA-E1A4-49BB-A615-4664A12BBA94}" destId="{9670520D-A480-4EBD-9BD9-694F4356D8FB}" srcOrd="0" destOrd="0" presId="urn:microsoft.com/office/officeart/2005/8/layout/hChevron3"/>
    <dgm:cxn modelId="{78229C67-1906-4147-A2C9-4D756D43A060}" srcId="{3C7047D8-34B2-4F59-BB38-D52707205CB6}" destId="{B1DF6609-3E91-40C7-92C1-3971D3B3EB68}" srcOrd="4" destOrd="0" parTransId="{255AE826-6D18-4D39-9DDE-0F69EF8DF5E9}" sibTransId="{8A58EE5C-9BB9-41B4-8079-7F4950670BDD}"/>
    <dgm:cxn modelId="{31B41C4B-E83F-4B9F-9AC7-76B129C7EDE0}" srcId="{3C7047D8-34B2-4F59-BB38-D52707205CB6}" destId="{B086937A-D461-46FA-A484-DD037500DC52}" srcOrd="2" destOrd="0" parTransId="{BA500948-D738-490E-AAA6-A510BC197FA0}" sibTransId="{26AFDA37-D665-4580-8A85-BC611814AA45}"/>
    <dgm:cxn modelId="{5709B072-667E-456A-9A44-4B1D4F31AD84}" type="presOf" srcId="{0ECEFEEB-5951-40CF-BBE4-392598281EFF}" destId="{8E03675A-F57B-4043-A99D-22ADC3C5AD8F}" srcOrd="0" destOrd="0" presId="urn:microsoft.com/office/officeart/2005/8/layout/hChevron3"/>
    <dgm:cxn modelId="{22673F93-C281-4704-89CE-73F720373E6F}" type="presOf" srcId="{44EBE696-73E2-41D5-A6C8-6E749BF3FD9A}" destId="{FD797E19-90AB-40E6-B548-A45CA25C3CB0}" srcOrd="0" destOrd="0" presId="urn:microsoft.com/office/officeart/2005/8/layout/hChevron3"/>
    <dgm:cxn modelId="{821BFF98-6BB7-409F-B299-DFC8DA9154EA}" srcId="{3C7047D8-34B2-4F59-BB38-D52707205CB6}" destId="{0ECEFEEB-5951-40CF-BBE4-392598281EFF}" srcOrd="3" destOrd="0" parTransId="{DF15A670-02A3-45A5-96CA-25E2C1A67B8C}" sibTransId="{AC835D4A-5034-409C-B911-1BDE431177CE}"/>
    <dgm:cxn modelId="{46AD8DA6-D2AA-4DA7-A7D7-3B4C43F53B62}" type="presOf" srcId="{B1DF6609-3E91-40C7-92C1-3971D3B3EB68}" destId="{58C2D6A4-97C7-49DD-A3AE-FBAB8FE323BB}" srcOrd="0" destOrd="0" presId="urn:microsoft.com/office/officeart/2005/8/layout/hChevron3"/>
    <dgm:cxn modelId="{A38476B3-7D61-4F74-8E63-1D8145686E49}" srcId="{3C7047D8-34B2-4F59-BB38-D52707205CB6}" destId="{347DC6FA-E1A4-49BB-A615-4664A12BBA94}" srcOrd="0" destOrd="0" parTransId="{BB11ACF5-4821-4F65-9956-51723F505306}" sibTransId="{62999346-9056-4806-8476-91B25F5B04F3}"/>
    <dgm:cxn modelId="{DF3248BC-01F5-45CE-9CFA-CD1077307BFB}" type="presOf" srcId="{3C7047D8-34B2-4F59-BB38-D52707205CB6}" destId="{080F307D-0E9A-4741-9631-D362819BCFE1}" srcOrd="0" destOrd="0" presId="urn:microsoft.com/office/officeart/2005/8/layout/hChevron3"/>
    <dgm:cxn modelId="{AFF09FC3-FCF6-4D79-85C8-D63DC5811E2F}" type="presOf" srcId="{2B4785F8-D9A0-4414-AC30-BB9EADBA3F4B}" destId="{E9EEE4BE-372C-413A-AFD3-2CBCD65C6D7D}" srcOrd="0" destOrd="0" presId="urn:microsoft.com/office/officeart/2005/8/layout/hChevron3"/>
    <dgm:cxn modelId="{B20321F4-F5C8-415F-82AC-8A67FEEB0F43}" srcId="{3C7047D8-34B2-4F59-BB38-D52707205CB6}" destId="{44EBE696-73E2-41D5-A6C8-6E749BF3FD9A}" srcOrd="5" destOrd="0" parTransId="{82D0B142-492E-4CA9-895F-6FB4644EFBFA}" sibTransId="{C1AA2A4B-8927-432D-9DB7-256478E3C36C}"/>
    <dgm:cxn modelId="{E8595070-312C-4336-8036-CB04C9E0772C}" type="presParOf" srcId="{080F307D-0E9A-4741-9631-D362819BCFE1}" destId="{9670520D-A480-4EBD-9BD9-694F4356D8FB}" srcOrd="0" destOrd="0" presId="urn:microsoft.com/office/officeart/2005/8/layout/hChevron3"/>
    <dgm:cxn modelId="{DC0CF075-3200-4DA0-B371-D9470652E566}" type="presParOf" srcId="{080F307D-0E9A-4741-9631-D362819BCFE1}" destId="{D87C29CB-BD20-48BC-AECD-1B2916F676D0}" srcOrd="1" destOrd="0" presId="urn:microsoft.com/office/officeart/2005/8/layout/hChevron3"/>
    <dgm:cxn modelId="{7FE561F7-1C3D-4A0D-8114-820D92E35A35}" type="presParOf" srcId="{080F307D-0E9A-4741-9631-D362819BCFE1}" destId="{E9EEE4BE-372C-413A-AFD3-2CBCD65C6D7D}" srcOrd="2" destOrd="0" presId="urn:microsoft.com/office/officeart/2005/8/layout/hChevron3"/>
    <dgm:cxn modelId="{5ADF68F4-F0F5-4290-917D-EBF4E1787427}" type="presParOf" srcId="{080F307D-0E9A-4741-9631-D362819BCFE1}" destId="{381F3950-A36C-4AC9-A2E4-2BD9BD74D12E}" srcOrd="3" destOrd="0" presId="urn:microsoft.com/office/officeart/2005/8/layout/hChevron3"/>
    <dgm:cxn modelId="{7E0A0942-CBBF-4788-8DA2-144D55D1D0CA}" type="presParOf" srcId="{080F307D-0E9A-4741-9631-D362819BCFE1}" destId="{E9D33077-D085-4E22-BE80-72CB7C62927E}" srcOrd="4" destOrd="0" presId="urn:microsoft.com/office/officeart/2005/8/layout/hChevron3"/>
    <dgm:cxn modelId="{918538ED-5557-4475-B793-BFC299461550}" type="presParOf" srcId="{080F307D-0E9A-4741-9631-D362819BCFE1}" destId="{52771748-0B1A-4079-B08C-E8AB33EB7DFD}" srcOrd="5" destOrd="0" presId="urn:microsoft.com/office/officeart/2005/8/layout/hChevron3"/>
    <dgm:cxn modelId="{36CA6F24-EBB3-4C34-A94D-1A704E6807B1}" type="presParOf" srcId="{080F307D-0E9A-4741-9631-D362819BCFE1}" destId="{8E03675A-F57B-4043-A99D-22ADC3C5AD8F}" srcOrd="6" destOrd="0" presId="urn:microsoft.com/office/officeart/2005/8/layout/hChevron3"/>
    <dgm:cxn modelId="{83E97613-3291-4362-999D-F5DBEF1A8C79}" type="presParOf" srcId="{080F307D-0E9A-4741-9631-D362819BCFE1}" destId="{D71BD7D7-0C25-48D7-8355-E245093A838B}" srcOrd="7" destOrd="0" presId="urn:microsoft.com/office/officeart/2005/8/layout/hChevron3"/>
    <dgm:cxn modelId="{AC7EAFD2-E4EC-4459-A12B-A1D7DBD01E72}" type="presParOf" srcId="{080F307D-0E9A-4741-9631-D362819BCFE1}" destId="{58C2D6A4-97C7-49DD-A3AE-FBAB8FE323BB}" srcOrd="8" destOrd="0" presId="urn:microsoft.com/office/officeart/2005/8/layout/hChevron3"/>
    <dgm:cxn modelId="{3BFC28B4-193A-467C-80BA-42C90B5C0C2D}" type="presParOf" srcId="{080F307D-0E9A-4741-9631-D362819BCFE1}" destId="{9ACFE0DA-65DD-408E-BD77-B1B59417BB19}" srcOrd="9" destOrd="0" presId="urn:microsoft.com/office/officeart/2005/8/layout/hChevron3"/>
    <dgm:cxn modelId="{4559B04D-52B2-4B84-B8D8-DE60263E7915}" type="presParOf" srcId="{080F307D-0E9A-4741-9631-D362819BCFE1}" destId="{FD797E19-90AB-40E6-B548-A45CA25C3CB0}"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7047D8-34B2-4F59-BB38-D52707205CB6}" type="doc">
      <dgm:prSet loTypeId="urn:microsoft.com/office/officeart/2005/8/layout/hChevron3" loCatId="process" qsTypeId="urn:microsoft.com/office/officeart/2005/8/quickstyle/simple1" qsCatId="simple" csTypeId="urn:microsoft.com/office/officeart/2005/8/colors/accent1_2" csCatId="accent1" phldr="1"/>
      <dgm:spPr/>
    </dgm:pt>
    <dgm:pt modelId="{347DC6FA-E1A4-49BB-A615-4664A12BBA94}">
      <dgm:prSet phldrT="[Texte]"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gs>
            <a:gs pos="23000">
              <a:srgbClr val="CC3300"/>
            </a:gs>
            <a:gs pos="69000">
              <a:srgbClr val="752A13"/>
            </a:gs>
            <a:gs pos="97000">
              <a:srgbClr val="611911"/>
            </a:gs>
          </a:gsLst>
          <a:path path="circle">
            <a:fillToRect l="50000" t="50000" r="50000" b="50000"/>
          </a:path>
          <a:tileRect/>
        </a:gradFill>
        <a:ln>
          <a:noFill/>
        </a:ln>
      </dgm:spPr>
      <dgm:t>
        <a:bodyPr rtlCol="0" anchor="ctr"/>
        <a:lstStyle/>
        <a:p>
          <a:r>
            <a:rPr lang="fr-CH" sz="1800" kern="1200" dirty="0">
              <a:solidFill>
                <a:schemeClr val="lt1"/>
              </a:solidFill>
              <a:latin typeface="+mn-lt"/>
              <a:ea typeface="+mn-ea"/>
              <a:cs typeface="+mn-cs"/>
            </a:rPr>
            <a:t>Introduction</a:t>
          </a:r>
          <a:endParaRPr lang="fr-FR" sz="1800" kern="1200" dirty="0">
            <a:solidFill>
              <a:schemeClr val="lt1"/>
            </a:solidFill>
            <a:latin typeface="+mn-lt"/>
            <a:ea typeface="+mn-ea"/>
            <a:cs typeface="+mn-cs"/>
          </a:endParaRPr>
        </a:p>
      </dgm:t>
    </dgm:pt>
    <dgm:pt modelId="{BB11ACF5-4821-4F65-9956-51723F505306}" type="parTrans" cxnId="{A38476B3-7D61-4F74-8E63-1D8145686E49}">
      <dgm:prSet/>
      <dgm:spPr/>
      <dgm:t>
        <a:bodyPr/>
        <a:lstStyle/>
        <a:p>
          <a:endParaRPr lang="fr-FR"/>
        </a:p>
      </dgm:t>
    </dgm:pt>
    <dgm:pt modelId="{62999346-9056-4806-8476-91B25F5B04F3}" type="sibTrans" cxnId="{A38476B3-7D61-4F74-8E63-1D8145686E49}">
      <dgm:prSet/>
      <dgm:spPr/>
      <dgm:t>
        <a:bodyPr/>
        <a:lstStyle/>
        <a:p>
          <a:endParaRPr lang="fr-FR"/>
        </a:p>
      </dgm:t>
    </dgm:pt>
    <dgm:pt modelId="{2B4785F8-D9A0-4414-AC30-BB9EADBA3F4B}">
      <dgm:prSet phldrT="[Texte]" phldr="1"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68A83C3E-5582-47BE-BAF9-52AA8E4ABEEA}" type="parTrans" cxnId="{009C2D05-C494-4E6D-898B-89084989E6B3}">
      <dgm:prSet/>
      <dgm:spPr/>
      <dgm:t>
        <a:bodyPr/>
        <a:lstStyle/>
        <a:p>
          <a:endParaRPr lang="fr-FR"/>
        </a:p>
      </dgm:t>
    </dgm:pt>
    <dgm:pt modelId="{24EB5DE9-D02C-4A02-971E-E0B6AED85F4D}" type="sibTrans" cxnId="{009C2D05-C494-4E6D-898B-89084989E6B3}">
      <dgm:prSet/>
      <dgm:spPr/>
      <dgm:t>
        <a:bodyPr/>
        <a:lstStyle/>
        <a:p>
          <a:endParaRPr lang="fr-FR"/>
        </a:p>
      </dgm:t>
    </dgm:pt>
    <dgm:pt modelId="{44EBE696-73E2-41D5-A6C8-6E749BF3FD9A}">
      <dgm:prSet phldrT="[Texte]"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82D0B142-492E-4CA9-895F-6FB4644EFBFA}" type="parTrans" cxnId="{B20321F4-F5C8-415F-82AC-8A67FEEB0F43}">
      <dgm:prSet/>
      <dgm:spPr/>
      <dgm:t>
        <a:bodyPr/>
        <a:lstStyle/>
        <a:p>
          <a:endParaRPr lang="fr-FR"/>
        </a:p>
      </dgm:t>
    </dgm:pt>
    <dgm:pt modelId="{C1AA2A4B-8927-432D-9DB7-256478E3C36C}" type="sibTrans" cxnId="{B20321F4-F5C8-415F-82AC-8A67FEEB0F43}">
      <dgm:prSet/>
      <dgm:spPr/>
      <dgm:t>
        <a:bodyPr/>
        <a:lstStyle/>
        <a:p>
          <a:endParaRPr lang="fr-FR"/>
        </a:p>
      </dgm:t>
    </dgm:pt>
    <dgm:pt modelId="{B086937A-D461-46FA-A484-DD037500DC52}">
      <dgm:prSet phldrT="[Texte]"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BA500948-D738-490E-AAA6-A510BC197FA0}" type="parTrans" cxnId="{31B41C4B-E83F-4B9F-9AC7-76B129C7EDE0}">
      <dgm:prSet/>
      <dgm:spPr/>
      <dgm:t>
        <a:bodyPr/>
        <a:lstStyle/>
        <a:p>
          <a:endParaRPr lang="fr-FR"/>
        </a:p>
      </dgm:t>
    </dgm:pt>
    <dgm:pt modelId="{26AFDA37-D665-4580-8A85-BC611814AA45}" type="sibTrans" cxnId="{31B41C4B-E83F-4B9F-9AC7-76B129C7EDE0}">
      <dgm:prSet/>
      <dgm:spPr/>
      <dgm:t>
        <a:bodyPr/>
        <a:lstStyle/>
        <a:p>
          <a:endParaRPr lang="fr-FR"/>
        </a:p>
      </dgm:t>
    </dgm:pt>
    <dgm:pt modelId="{0ECEFEEB-5951-40CF-BBE4-392598281EFF}">
      <dgm:prSet phldrT="[Texte]"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DF15A670-02A3-45A5-96CA-25E2C1A67B8C}" type="parTrans" cxnId="{821BFF98-6BB7-409F-B299-DFC8DA9154EA}">
      <dgm:prSet/>
      <dgm:spPr/>
      <dgm:t>
        <a:bodyPr/>
        <a:lstStyle/>
        <a:p>
          <a:endParaRPr lang="fr-FR"/>
        </a:p>
      </dgm:t>
    </dgm:pt>
    <dgm:pt modelId="{AC835D4A-5034-409C-B911-1BDE431177CE}" type="sibTrans" cxnId="{821BFF98-6BB7-409F-B299-DFC8DA9154EA}">
      <dgm:prSet/>
      <dgm:spPr/>
      <dgm:t>
        <a:bodyPr/>
        <a:lstStyle/>
        <a:p>
          <a:endParaRPr lang="fr-FR"/>
        </a:p>
      </dgm:t>
    </dgm:pt>
    <dgm:pt modelId="{B1DF6609-3E91-40C7-92C1-3971D3B3EB68}">
      <dgm:prSet phldrT="[Texte]" custT="1">
        <dgm:style>
          <a:lnRef idx="2">
            <a:schemeClr val="accent1">
              <a:shade val="15000"/>
            </a:schemeClr>
          </a:lnRef>
          <a:fillRef idx="1">
            <a:schemeClr val="accent1"/>
          </a:fillRef>
          <a:effectRef idx="0">
            <a:schemeClr val="accent1"/>
          </a:effectRef>
          <a:fontRef idx="minor">
            <a:schemeClr val="lt1"/>
          </a:fontRef>
        </dgm:style>
      </dgm:prSet>
      <dgm:spPr>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a:noFill/>
        </a:ln>
      </dgm:spPr>
      <dgm:t>
        <a:bodyPr spcFirstLastPara="0" vert="horz" wrap="square" lIns="96012" tIns="48006" rIns="24003" bIns="48006" numCol="1" spcCol="1270" rtlCol="0" anchor="ctr" anchorCtr="0"/>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gm:t>
    </dgm:pt>
    <dgm:pt modelId="{255AE826-6D18-4D39-9DDE-0F69EF8DF5E9}" type="parTrans" cxnId="{78229C67-1906-4147-A2C9-4D756D43A060}">
      <dgm:prSet/>
      <dgm:spPr/>
      <dgm:t>
        <a:bodyPr/>
        <a:lstStyle/>
        <a:p>
          <a:endParaRPr lang="fr-FR"/>
        </a:p>
      </dgm:t>
    </dgm:pt>
    <dgm:pt modelId="{8A58EE5C-9BB9-41B4-8079-7F4950670BDD}" type="sibTrans" cxnId="{78229C67-1906-4147-A2C9-4D756D43A060}">
      <dgm:prSet/>
      <dgm:spPr/>
      <dgm:t>
        <a:bodyPr/>
        <a:lstStyle/>
        <a:p>
          <a:endParaRPr lang="fr-FR"/>
        </a:p>
      </dgm:t>
    </dgm:pt>
    <dgm:pt modelId="{080F307D-0E9A-4741-9631-D362819BCFE1}" type="pres">
      <dgm:prSet presAssocID="{3C7047D8-34B2-4F59-BB38-D52707205CB6}" presName="Name0" presStyleCnt="0">
        <dgm:presLayoutVars>
          <dgm:dir/>
          <dgm:resizeHandles val="exact"/>
        </dgm:presLayoutVars>
      </dgm:prSet>
      <dgm:spPr/>
    </dgm:pt>
    <dgm:pt modelId="{9670520D-A480-4EBD-9BD9-694F4356D8FB}" type="pres">
      <dgm:prSet presAssocID="{347DC6FA-E1A4-49BB-A615-4664A12BBA94}" presName="parTxOnly" presStyleLbl="node1" presStyleIdx="0" presStyleCnt="6" custLinFactY="600000" custLinFactNeighborX="-39072" custLinFactNeighborY="606775">
        <dgm:presLayoutVars>
          <dgm:bulletEnabled val="1"/>
        </dgm:presLayoutVars>
      </dgm:prSet>
      <dgm:spPr>
        <a:xfrm>
          <a:off x="5953" y="0"/>
          <a:ext cx="1845468" cy="471983"/>
        </a:xfrm>
        <a:prstGeom prst="homePlate">
          <a:avLst/>
        </a:prstGeom>
      </dgm:spPr>
    </dgm:pt>
    <dgm:pt modelId="{D87C29CB-BD20-48BC-AECD-1B2916F676D0}" type="pres">
      <dgm:prSet presAssocID="{62999346-9056-4806-8476-91B25F5B04F3}" presName="parSpace" presStyleCnt="0"/>
      <dgm:spPr/>
    </dgm:pt>
    <dgm:pt modelId="{E9EEE4BE-372C-413A-AFD3-2CBCD65C6D7D}" type="pres">
      <dgm:prSet presAssocID="{2B4785F8-D9A0-4414-AC30-BB9EADBA3F4B}" presName="parTxOnly" presStyleLbl="node1" presStyleIdx="1" presStyleCnt="6">
        <dgm:presLayoutVars>
          <dgm:bulletEnabled val="1"/>
        </dgm:presLayoutVars>
      </dgm:prSet>
      <dgm:spPr>
        <a:xfrm>
          <a:off x="1482328" y="0"/>
          <a:ext cx="1845468" cy="471983"/>
        </a:xfrm>
        <a:prstGeom prst="chevron">
          <a:avLst/>
        </a:prstGeom>
      </dgm:spPr>
    </dgm:pt>
    <dgm:pt modelId="{381F3950-A36C-4AC9-A2E4-2BD9BD74D12E}" type="pres">
      <dgm:prSet presAssocID="{24EB5DE9-D02C-4A02-971E-E0B6AED85F4D}" presName="parSpace" presStyleCnt="0"/>
      <dgm:spPr/>
    </dgm:pt>
    <dgm:pt modelId="{E9D33077-D085-4E22-BE80-72CB7C62927E}" type="pres">
      <dgm:prSet presAssocID="{B086937A-D461-46FA-A484-DD037500DC52}" presName="parTxOnly" presStyleLbl="node1" presStyleIdx="2" presStyleCnt="6">
        <dgm:presLayoutVars>
          <dgm:bulletEnabled val="1"/>
        </dgm:presLayoutVars>
      </dgm:prSet>
      <dgm:spPr/>
    </dgm:pt>
    <dgm:pt modelId="{52771748-0B1A-4079-B08C-E8AB33EB7DFD}" type="pres">
      <dgm:prSet presAssocID="{26AFDA37-D665-4580-8A85-BC611814AA45}" presName="parSpace" presStyleCnt="0"/>
      <dgm:spPr/>
    </dgm:pt>
    <dgm:pt modelId="{8E03675A-F57B-4043-A99D-22ADC3C5AD8F}" type="pres">
      <dgm:prSet presAssocID="{0ECEFEEB-5951-40CF-BBE4-392598281EFF}" presName="parTxOnly" presStyleLbl="node1" presStyleIdx="3" presStyleCnt="6">
        <dgm:presLayoutVars>
          <dgm:bulletEnabled val="1"/>
        </dgm:presLayoutVars>
      </dgm:prSet>
      <dgm:spPr/>
    </dgm:pt>
    <dgm:pt modelId="{D71BD7D7-0C25-48D7-8355-E245093A838B}" type="pres">
      <dgm:prSet presAssocID="{AC835D4A-5034-409C-B911-1BDE431177CE}" presName="parSpace" presStyleCnt="0"/>
      <dgm:spPr/>
    </dgm:pt>
    <dgm:pt modelId="{58C2D6A4-97C7-49DD-A3AE-FBAB8FE323BB}" type="pres">
      <dgm:prSet presAssocID="{B1DF6609-3E91-40C7-92C1-3971D3B3EB68}" presName="parTxOnly" presStyleLbl="node1" presStyleIdx="4" presStyleCnt="6">
        <dgm:presLayoutVars>
          <dgm:bulletEnabled val="1"/>
        </dgm:presLayoutVars>
      </dgm:prSet>
      <dgm:spPr/>
    </dgm:pt>
    <dgm:pt modelId="{9ACFE0DA-65DD-408E-BD77-B1B59417BB19}" type="pres">
      <dgm:prSet presAssocID="{8A58EE5C-9BB9-41B4-8079-7F4950670BDD}" presName="parSpace" presStyleCnt="0"/>
      <dgm:spPr/>
    </dgm:pt>
    <dgm:pt modelId="{FD797E19-90AB-40E6-B548-A45CA25C3CB0}" type="pres">
      <dgm:prSet presAssocID="{44EBE696-73E2-41D5-A6C8-6E749BF3FD9A}" presName="parTxOnly" presStyleLbl="node1" presStyleIdx="5" presStyleCnt="6">
        <dgm:presLayoutVars>
          <dgm:bulletEnabled val="1"/>
        </dgm:presLayoutVars>
      </dgm:prSet>
      <dgm:spPr/>
    </dgm:pt>
  </dgm:ptLst>
  <dgm:cxnLst>
    <dgm:cxn modelId="{009C2D05-C494-4E6D-898B-89084989E6B3}" srcId="{3C7047D8-34B2-4F59-BB38-D52707205CB6}" destId="{2B4785F8-D9A0-4414-AC30-BB9EADBA3F4B}" srcOrd="1" destOrd="0" parTransId="{68A83C3E-5582-47BE-BAF9-52AA8E4ABEEA}" sibTransId="{24EB5DE9-D02C-4A02-971E-E0B6AED85F4D}"/>
    <dgm:cxn modelId="{12A0C805-6269-4131-9D9D-CEACDE434810}" type="presOf" srcId="{B086937A-D461-46FA-A484-DD037500DC52}" destId="{E9D33077-D085-4E22-BE80-72CB7C62927E}" srcOrd="0" destOrd="0" presId="urn:microsoft.com/office/officeart/2005/8/layout/hChevron3"/>
    <dgm:cxn modelId="{01D6A242-25A6-4FF3-8DBC-30C08121360D}" type="presOf" srcId="{347DC6FA-E1A4-49BB-A615-4664A12BBA94}" destId="{9670520D-A480-4EBD-9BD9-694F4356D8FB}" srcOrd="0" destOrd="0" presId="urn:microsoft.com/office/officeart/2005/8/layout/hChevron3"/>
    <dgm:cxn modelId="{78229C67-1906-4147-A2C9-4D756D43A060}" srcId="{3C7047D8-34B2-4F59-BB38-D52707205CB6}" destId="{B1DF6609-3E91-40C7-92C1-3971D3B3EB68}" srcOrd="4" destOrd="0" parTransId="{255AE826-6D18-4D39-9DDE-0F69EF8DF5E9}" sibTransId="{8A58EE5C-9BB9-41B4-8079-7F4950670BDD}"/>
    <dgm:cxn modelId="{31B41C4B-E83F-4B9F-9AC7-76B129C7EDE0}" srcId="{3C7047D8-34B2-4F59-BB38-D52707205CB6}" destId="{B086937A-D461-46FA-A484-DD037500DC52}" srcOrd="2" destOrd="0" parTransId="{BA500948-D738-490E-AAA6-A510BC197FA0}" sibTransId="{26AFDA37-D665-4580-8A85-BC611814AA45}"/>
    <dgm:cxn modelId="{5709B072-667E-456A-9A44-4B1D4F31AD84}" type="presOf" srcId="{0ECEFEEB-5951-40CF-BBE4-392598281EFF}" destId="{8E03675A-F57B-4043-A99D-22ADC3C5AD8F}" srcOrd="0" destOrd="0" presId="urn:microsoft.com/office/officeart/2005/8/layout/hChevron3"/>
    <dgm:cxn modelId="{22673F93-C281-4704-89CE-73F720373E6F}" type="presOf" srcId="{44EBE696-73E2-41D5-A6C8-6E749BF3FD9A}" destId="{FD797E19-90AB-40E6-B548-A45CA25C3CB0}" srcOrd="0" destOrd="0" presId="urn:microsoft.com/office/officeart/2005/8/layout/hChevron3"/>
    <dgm:cxn modelId="{821BFF98-6BB7-409F-B299-DFC8DA9154EA}" srcId="{3C7047D8-34B2-4F59-BB38-D52707205CB6}" destId="{0ECEFEEB-5951-40CF-BBE4-392598281EFF}" srcOrd="3" destOrd="0" parTransId="{DF15A670-02A3-45A5-96CA-25E2C1A67B8C}" sibTransId="{AC835D4A-5034-409C-B911-1BDE431177CE}"/>
    <dgm:cxn modelId="{46AD8DA6-D2AA-4DA7-A7D7-3B4C43F53B62}" type="presOf" srcId="{B1DF6609-3E91-40C7-92C1-3971D3B3EB68}" destId="{58C2D6A4-97C7-49DD-A3AE-FBAB8FE323BB}" srcOrd="0" destOrd="0" presId="urn:microsoft.com/office/officeart/2005/8/layout/hChevron3"/>
    <dgm:cxn modelId="{A38476B3-7D61-4F74-8E63-1D8145686E49}" srcId="{3C7047D8-34B2-4F59-BB38-D52707205CB6}" destId="{347DC6FA-E1A4-49BB-A615-4664A12BBA94}" srcOrd="0" destOrd="0" parTransId="{BB11ACF5-4821-4F65-9956-51723F505306}" sibTransId="{62999346-9056-4806-8476-91B25F5B04F3}"/>
    <dgm:cxn modelId="{DF3248BC-01F5-45CE-9CFA-CD1077307BFB}" type="presOf" srcId="{3C7047D8-34B2-4F59-BB38-D52707205CB6}" destId="{080F307D-0E9A-4741-9631-D362819BCFE1}" srcOrd="0" destOrd="0" presId="urn:microsoft.com/office/officeart/2005/8/layout/hChevron3"/>
    <dgm:cxn modelId="{AFF09FC3-FCF6-4D79-85C8-D63DC5811E2F}" type="presOf" srcId="{2B4785F8-D9A0-4414-AC30-BB9EADBA3F4B}" destId="{E9EEE4BE-372C-413A-AFD3-2CBCD65C6D7D}" srcOrd="0" destOrd="0" presId="urn:microsoft.com/office/officeart/2005/8/layout/hChevron3"/>
    <dgm:cxn modelId="{B20321F4-F5C8-415F-82AC-8A67FEEB0F43}" srcId="{3C7047D8-34B2-4F59-BB38-D52707205CB6}" destId="{44EBE696-73E2-41D5-A6C8-6E749BF3FD9A}" srcOrd="5" destOrd="0" parTransId="{82D0B142-492E-4CA9-895F-6FB4644EFBFA}" sibTransId="{C1AA2A4B-8927-432D-9DB7-256478E3C36C}"/>
    <dgm:cxn modelId="{E8595070-312C-4336-8036-CB04C9E0772C}" type="presParOf" srcId="{080F307D-0E9A-4741-9631-D362819BCFE1}" destId="{9670520D-A480-4EBD-9BD9-694F4356D8FB}" srcOrd="0" destOrd="0" presId="urn:microsoft.com/office/officeart/2005/8/layout/hChevron3"/>
    <dgm:cxn modelId="{DC0CF075-3200-4DA0-B371-D9470652E566}" type="presParOf" srcId="{080F307D-0E9A-4741-9631-D362819BCFE1}" destId="{D87C29CB-BD20-48BC-AECD-1B2916F676D0}" srcOrd="1" destOrd="0" presId="urn:microsoft.com/office/officeart/2005/8/layout/hChevron3"/>
    <dgm:cxn modelId="{7FE561F7-1C3D-4A0D-8114-820D92E35A35}" type="presParOf" srcId="{080F307D-0E9A-4741-9631-D362819BCFE1}" destId="{E9EEE4BE-372C-413A-AFD3-2CBCD65C6D7D}" srcOrd="2" destOrd="0" presId="urn:microsoft.com/office/officeart/2005/8/layout/hChevron3"/>
    <dgm:cxn modelId="{5ADF68F4-F0F5-4290-917D-EBF4E1787427}" type="presParOf" srcId="{080F307D-0E9A-4741-9631-D362819BCFE1}" destId="{381F3950-A36C-4AC9-A2E4-2BD9BD74D12E}" srcOrd="3" destOrd="0" presId="urn:microsoft.com/office/officeart/2005/8/layout/hChevron3"/>
    <dgm:cxn modelId="{7E0A0942-CBBF-4788-8DA2-144D55D1D0CA}" type="presParOf" srcId="{080F307D-0E9A-4741-9631-D362819BCFE1}" destId="{E9D33077-D085-4E22-BE80-72CB7C62927E}" srcOrd="4" destOrd="0" presId="urn:microsoft.com/office/officeart/2005/8/layout/hChevron3"/>
    <dgm:cxn modelId="{918538ED-5557-4475-B793-BFC299461550}" type="presParOf" srcId="{080F307D-0E9A-4741-9631-D362819BCFE1}" destId="{52771748-0B1A-4079-B08C-E8AB33EB7DFD}" srcOrd="5" destOrd="0" presId="urn:microsoft.com/office/officeart/2005/8/layout/hChevron3"/>
    <dgm:cxn modelId="{36CA6F24-EBB3-4C34-A94D-1A704E6807B1}" type="presParOf" srcId="{080F307D-0E9A-4741-9631-D362819BCFE1}" destId="{8E03675A-F57B-4043-A99D-22ADC3C5AD8F}" srcOrd="6" destOrd="0" presId="urn:microsoft.com/office/officeart/2005/8/layout/hChevron3"/>
    <dgm:cxn modelId="{83E97613-3291-4362-999D-F5DBEF1A8C79}" type="presParOf" srcId="{080F307D-0E9A-4741-9631-D362819BCFE1}" destId="{D71BD7D7-0C25-48D7-8355-E245093A838B}" srcOrd="7" destOrd="0" presId="urn:microsoft.com/office/officeart/2005/8/layout/hChevron3"/>
    <dgm:cxn modelId="{AC7EAFD2-E4EC-4459-A12B-A1D7DBD01E72}" type="presParOf" srcId="{080F307D-0E9A-4741-9631-D362819BCFE1}" destId="{58C2D6A4-97C7-49DD-A3AE-FBAB8FE323BB}" srcOrd="8" destOrd="0" presId="urn:microsoft.com/office/officeart/2005/8/layout/hChevron3"/>
    <dgm:cxn modelId="{3BFC28B4-193A-467C-80BA-42C90B5C0C2D}" type="presParOf" srcId="{080F307D-0E9A-4741-9631-D362819BCFE1}" destId="{9ACFE0DA-65DD-408E-BD77-B1B59417BB19}" srcOrd="9" destOrd="0" presId="urn:microsoft.com/office/officeart/2005/8/layout/hChevron3"/>
    <dgm:cxn modelId="{4559B04D-52B2-4B84-B8D8-DE60263E7915}" type="presParOf" srcId="{080F307D-0E9A-4741-9631-D362819BCFE1}" destId="{FD797E19-90AB-40E6-B548-A45CA25C3CB0}"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70520D-A480-4EBD-9BD9-694F4356D8FB}">
      <dsp:nvSpPr>
        <dsp:cNvPr id="0" name=""/>
        <dsp:cNvSpPr/>
      </dsp:nvSpPr>
      <dsp:spPr>
        <a:xfrm>
          <a:off x="1488" y="0"/>
          <a:ext cx="2437804" cy="471983"/>
        </a:xfrm>
        <a:prstGeom prst="homePlate">
          <a:avLst/>
        </a:prstGeom>
        <a:gradFill flip="none" rotWithShape="1">
          <a:gsLst>
            <a:gs pos="0">
              <a:srgbClr val="FF0000"/>
            </a:gs>
            <a:gs pos="23000">
              <a:srgbClr val="CC3300"/>
            </a:gs>
            <a:gs pos="69000">
              <a:srgbClr val="752A13"/>
            </a:gs>
            <a:gs pos="97000">
              <a:srgbClr val="611911"/>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1488" y="0"/>
        <a:ext cx="2319808" cy="471983"/>
      </dsp:txXfrm>
    </dsp:sp>
    <dsp:sp modelId="{E9EEE4BE-372C-413A-AFD3-2CBCD65C6D7D}">
      <dsp:nvSpPr>
        <dsp:cNvPr id="0" name=""/>
        <dsp:cNvSpPr/>
      </dsp:nvSpPr>
      <dsp:spPr>
        <a:xfrm>
          <a:off x="1951732" y="0"/>
          <a:ext cx="2437804" cy="471983"/>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2187724" y="0"/>
        <a:ext cx="1965821" cy="471983"/>
      </dsp:txXfrm>
    </dsp:sp>
    <dsp:sp modelId="{E9D33077-D085-4E22-BE80-72CB7C62927E}">
      <dsp:nvSpPr>
        <dsp:cNvPr id="0" name=""/>
        <dsp:cNvSpPr/>
      </dsp:nvSpPr>
      <dsp:spPr>
        <a:xfrm>
          <a:off x="3901975" y="0"/>
          <a:ext cx="2437804" cy="471983"/>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4137967" y="0"/>
        <a:ext cx="1965821" cy="471983"/>
      </dsp:txXfrm>
    </dsp:sp>
    <dsp:sp modelId="{8E03675A-F57B-4043-A99D-22ADC3C5AD8F}">
      <dsp:nvSpPr>
        <dsp:cNvPr id="0" name=""/>
        <dsp:cNvSpPr/>
      </dsp:nvSpPr>
      <dsp:spPr>
        <a:xfrm>
          <a:off x="5852219" y="0"/>
          <a:ext cx="2437804" cy="471983"/>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6088211" y="0"/>
        <a:ext cx="1965821" cy="471983"/>
      </dsp:txXfrm>
    </dsp:sp>
    <dsp:sp modelId="{58C2D6A4-97C7-49DD-A3AE-FBAB8FE323BB}">
      <dsp:nvSpPr>
        <dsp:cNvPr id="0" name=""/>
        <dsp:cNvSpPr/>
      </dsp:nvSpPr>
      <dsp:spPr>
        <a:xfrm>
          <a:off x="7802463" y="0"/>
          <a:ext cx="2437804" cy="471983"/>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8038455" y="0"/>
        <a:ext cx="1965821" cy="471983"/>
      </dsp:txXfrm>
    </dsp:sp>
    <dsp:sp modelId="{FD797E19-90AB-40E6-B548-A45CA25C3CB0}">
      <dsp:nvSpPr>
        <dsp:cNvPr id="0" name=""/>
        <dsp:cNvSpPr/>
      </dsp:nvSpPr>
      <dsp:spPr>
        <a:xfrm>
          <a:off x="9752707" y="0"/>
          <a:ext cx="2437804" cy="471983"/>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9988699" y="0"/>
        <a:ext cx="1965821" cy="4719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70520D-A480-4EBD-9BD9-694F4356D8FB}">
      <dsp:nvSpPr>
        <dsp:cNvPr id="0" name=""/>
        <dsp:cNvSpPr/>
      </dsp:nvSpPr>
      <dsp:spPr>
        <a:xfrm>
          <a:off x="0" y="0"/>
          <a:ext cx="2437804" cy="333375"/>
        </a:xfrm>
        <a:prstGeom prst="homePlate">
          <a:avLst/>
        </a:prstGeom>
        <a:gradFill flip="none" rotWithShape="1">
          <a:gsLst>
            <a:gs pos="0">
              <a:srgbClr val="FF0000"/>
            </a:gs>
            <a:gs pos="23000">
              <a:srgbClr val="CC3300"/>
            </a:gs>
            <a:gs pos="69000">
              <a:srgbClr val="752A13"/>
            </a:gs>
            <a:gs pos="97000">
              <a:srgbClr val="611911"/>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r>
            <a:rPr lang="fr-CH" sz="1800" kern="1200" dirty="0">
              <a:solidFill>
                <a:schemeClr val="lt1"/>
              </a:solidFill>
              <a:latin typeface="+mn-lt"/>
              <a:ea typeface="+mn-ea"/>
              <a:cs typeface="+mn-cs"/>
            </a:rPr>
            <a:t>Introduction</a:t>
          </a:r>
          <a:endParaRPr lang="fr-FR" sz="1800" kern="1200" dirty="0">
            <a:solidFill>
              <a:schemeClr val="lt1"/>
            </a:solidFill>
            <a:latin typeface="+mn-lt"/>
            <a:ea typeface="+mn-ea"/>
            <a:cs typeface="+mn-cs"/>
          </a:endParaRPr>
        </a:p>
      </dsp:txBody>
      <dsp:txXfrm>
        <a:off x="0" y="0"/>
        <a:ext cx="2354460" cy="333375"/>
      </dsp:txXfrm>
    </dsp:sp>
    <dsp:sp modelId="{E9EEE4BE-372C-413A-AFD3-2CBCD65C6D7D}">
      <dsp:nvSpPr>
        <dsp:cNvPr id="0" name=""/>
        <dsp:cNvSpPr/>
      </dsp:nvSpPr>
      <dsp:spPr>
        <a:xfrm>
          <a:off x="1951732" y="0"/>
          <a:ext cx="2437804" cy="333375"/>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2118420" y="0"/>
        <a:ext cx="2104429" cy="333375"/>
      </dsp:txXfrm>
    </dsp:sp>
    <dsp:sp modelId="{E9D33077-D085-4E22-BE80-72CB7C62927E}">
      <dsp:nvSpPr>
        <dsp:cNvPr id="0" name=""/>
        <dsp:cNvSpPr/>
      </dsp:nvSpPr>
      <dsp:spPr>
        <a:xfrm>
          <a:off x="3901975" y="0"/>
          <a:ext cx="2437804" cy="333375"/>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4068663" y="0"/>
        <a:ext cx="2104429" cy="333375"/>
      </dsp:txXfrm>
    </dsp:sp>
    <dsp:sp modelId="{8E03675A-F57B-4043-A99D-22ADC3C5AD8F}">
      <dsp:nvSpPr>
        <dsp:cNvPr id="0" name=""/>
        <dsp:cNvSpPr/>
      </dsp:nvSpPr>
      <dsp:spPr>
        <a:xfrm>
          <a:off x="5852219" y="0"/>
          <a:ext cx="2437804" cy="333375"/>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6018907" y="0"/>
        <a:ext cx="2104429" cy="333375"/>
      </dsp:txXfrm>
    </dsp:sp>
    <dsp:sp modelId="{58C2D6A4-97C7-49DD-A3AE-FBAB8FE323BB}">
      <dsp:nvSpPr>
        <dsp:cNvPr id="0" name=""/>
        <dsp:cNvSpPr/>
      </dsp:nvSpPr>
      <dsp:spPr>
        <a:xfrm>
          <a:off x="7802463" y="0"/>
          <a:ext cx="2437804" cy="333375"/>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7969151" y="0"/>
        <a:ext cx="2104429" cy="333375"/>
      </dsp:txXfrm>
    </dsp:sp>
    <dsp:sp modelId="{FD797E19-90AB-40E6-B548-A45CA25C3CB0}">
      <dsp:nvSpPr>
        <dsp:cNvPr id="0" name=""/>
        <dsp:cNvSpPr/>
      </dsp:nvSpPr>
      <dsp:spPr>
        <a:xfrm>
          <a:off x="9752707" y="0"/>
          <a:ext cx="2437804" cy="333375"/>
        </a:xfrm>
        <a:prstGeom prst="chevron">
          <a:avLst/>
        </a:prstGeom>
        <a:gradFill flip="none" rotWithShape="1">
          <a:gsLst>
            <a:gs pos="0">
              <a:srgbClr val="FF0000">
                <a:alpha val="45000"/>
              </a:srgbClr>
            </a:gs>
            <a:gs pos="23000">
              <a:srgbClr val="CC3300">
                <a:alpha val="38000"/>
              </a:srgbClr>
            </a:gs>
            <a:gs pos="69000">
              <a:srgbClr val="752A13">
                <a:alpha val="57000"/>
              </a:srgbClr>
            </a:gs>
            <a:gs pos="97000">
              <a:srgbClr val="611911">
                <a:alpha val="54000"/>
              </a:srgbClr>
            </a:gs>
          </a:gsLst>
          <a:path path="circle">
            <a:fillToRect l="50000" t="50000" r="50000" b="50000"/>
          </a:path>
          <a:tileRect/>
        </a:gradFill>
        <a:ln w="19050" cap="flat" cmpd="sng" algn="ctr">
          <a:noFill/>
          <a:prstDash val="solid"/>
          <a:miter lim="800000"/>
        </a:ln>
        <a:effectLst/>
      </dsp:spPr>
      <dsp:style>
        <a:lnRef idx="2">
          <a:schemeClr val="accent1">
            <a:shade val="15000"/>
          </a:schemeClr>
        </a:lnRef>
        <a:fillRef idx="1">
          <a:schemeClr val="accent1"/>
        </a:fillRef>
        <a:effectRef idx="0">
          <a:schemeClr val="accent1"/>
        </a:effectRef>
        <a:fontRef idx="minor">
          <a:schemeClr val="lt1"/>
        </a:fontRef>
      </dsp:style>
      <dsp:txBody>
        <a:bodyPr spcFirstLastPara="0" vert="horz" wrap="square" lIns="96012" tIns="48006" rIns="24003" bIns="48006" numCol="1" spcCol="1270" rtlCol="0" anchor="ctr" anchorCtr="0">
          <a:noAutofit/>
        </a:bodyPr>
        <a:lstStyle/>
        <a:p>
          <a:pPr marL="0" lvl="0" indent="0" algn="ctr" defTabSz="800100">
            <a:lnSpc>
              <a:spcPct val="90000"/>
            </a:lnSpc>
            <a:spcBef>
              <a:spcPct val="0"/>
            </a:spcBef>
            <a:spcAft>
              <a:spcPct val="35000"/>
            </a:spcAft>
            <a:buNone/>
          </a:pPr>
          <a:endParaRPr lang="fr-FR" sz="1800" kern="1200" dirty="0">
            <a:solidFill>
              <a:schemeClr val="lt1"/>
            </a:solidFill>
            <a:latin typeface="+mn-lt"/>
            <a:ea typeface="+mn-ea"/>
            <a:cs typeface="+mn-cs"/>
          </a:endParaRPr>
        </a:p>
      </dsp:txBody>
      <dsp:txXfrm>
        <a:off x="9919395" y="0"/>
        <a:ext cx="2104429" cy="33337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5AF33D4-3A10-4D0B-00DE-6E45BF43EE9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CD763FFC-5020-0496-43C1-7B5CEEBA421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9109C2-82A7-4740-AFFC-F2EDB99087C0}" type="datetimeFigureOut">
              <a:rPr lang="fr-FR" smtClean="0"/>
              <a:t>31/05/2025</a:t>
            </a:fld>
            <a:endParaRPr lang="fr-FR"/>
          </a:p>
        </p:txBody>
      </p:sp>
      <p:sp>
        <p:nvSpPr>
          <p:cNvPr id="4" name="Espace réservé du pied de page 3">
            <a:extLst>
              <a:ext uri="{FF2B5EF4-FFF2-40B4-BE49-F238E27FC236}">
                <a16:creationId xmlns:a16="http://schemas.microsoft.com/office/drawing/2014/main" id="{28568D20-8773-012C-EC16-DCD11A0585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FC821F9-B189-D9CE-AD68-6DBEF9F6E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22F1EF-703D-4DFC-8DCD-10A72DAC07D5}" type="slidenum">
              <a:rPr lang="fr-FR" smtClean="0"/>
              <a:t>‹#›</a:t>
            </a:fld>
            <a:endParaRPr lang="fr-FR"/>
          </a:p>
        </p:txBody>
      </p:sp>
    </p:spTree>
    <p:extLst>
      <p:ext uri="{BB962C8B-B14F-4D97-AF65-F5344CB8AC3E}">
        <p14:creationId xmlns:p14="http://schemas.microsoft.com/office/powerpoint/2010/main" val="195969767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24.249"/>
    </inkml:context>
    <inkml:brush xml:id="br0">
      <inkml:brushProperty name="width" value="0.35" units="cm"/>
      <inkml:brushProperty name="height" value="0.35" units="cm"/>
      <inkml:brushProperty name="color" value="#66CC00"/>
    </inkml:brush>
  </inkml:definitions>
  <inkml:trace contextRef="#ctx0" brushRef="#br0">0 0 24575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27.236"/>
    </inkml:context>
    <inkml:brush xml:id="br0">
      <inkml:brushProperty name="width" value="0.35" units="cm"/>
      <inkml:brushProperty name="height" value="0.35" units="cm"/>
      <inkml:brushProperty name="color" value="#66CC00"/>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28.920"/>
    </inkml:context>
    <inkml:brush xml:id="br0">
      <inkml:brushProperty name="width" value="0.35" units="cm"/>
      <inkml:brushProperty name="height" value="0.35" units="cm"/>
      <inkml:brushProperty name="color" value="#66CC00"/>
    </inkml:brush>
  </inkml:definitions>
  <inkml:trace contextRef="#ctx0" brushRef="#br0">0 0 24575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30.270"/>
    </inkml:context>
    <inkml:brush xml:id="br0">
      <inkml:brushProperty name="width" value="0.35" units="cm"/>
      <inkml:brushProperty name="height" value="0.35" units="cm"/>
      <inkml:brushProperty name="color" value="#66CC00"/>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32.753"/>
    </inkml:context>
    <inkml:brush xml:id="br0">
      <inkml:brushProperty name="width" value="0.35" units="cm"/>
      <inkml:brushProperty name="height" value="0.35" units="cm"/>
      <inkml:brushProperty name="color" value="#66CC00"/>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33.916"/>
    </inkml:context>
    <inkml:brush xml:id="br0">
      <inkml:brushProperty name="width" value="0.35" units="cm"/>
      <inkml:brushProperty name="height" value="0.35" units="cm"/>
      <inkml:brushProperty name="color" value="#66CC00"/>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34.544"/>
    </inkml:context>
    <inkml:brush xml:id="br0">
      <inkml:brushProperty name="width" value="0.35" units="cm"/>
      <inkml:brushProperty name="height" value="0.35" units="cm"/>
      <inkml:brushProperty name="color" value="#66CC00"/>
    </inkml:brush>
  </inkml:definitions>
  <inkml:trace contextRef="#ctx0" brushRef="#br0">0 0 24575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36.525"/>
    </inkml:context>
    <inkml:brush xml:id="br0">
      <inkml:brushProperty name="width" value="0.35" units="cm"/>
      <inkml:brushProperty name="height" value="0.35" units="cm"/>
      <inkml:brushProperty name="color" value="#66CC00"/>
    </inkml:brush>
  </inkml:definitions>
  <inkml:trace contextRef="#ctx0" brushRef="#br0">0 0 24575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37.625"/>
    </inkml:context>
    <inkml:brush xml:id="br0">
      <inkml:brushProperty name="width" value="0.35" units="cm"/>
      <inkml:brushProperty name="height" value="0.35" units="cm"/>
      <inkml:brushProperty name="color" value="#66CC00"/>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38.599"/>
    </inkml:context>
    <inkml:brush xml:id="br0">
      <inkml:brushProperty name="width" value="0.35" units="cm"/>
      <inkml:brushProperty name="height" value="0.35" units="cm"/>
      <inkml:brushProperty name="color" value="#66CC00"/>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40.942"/>
    </inkml:context>
    <inkml:brush xml:id="br0">
      <inkml:brushProperty name="width" value="0.35" units="cm"/>
      <inkml:brushProperty name="height" value="0.35" units="cm"/>
      <inkml:brushProperty name="color" value="#66CC00"/>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42.512"/>
    </inkml:context>
    <inkml:brush xml:id="br0">
      <inkml:brushProperty name="width" value="0.35" units="cm"/>
      <inkml:brushProperty name="height" value="0.35" units="cm"/>
      <inkml:brushProperty name="color" value="#66CC00"/>
    </inkml:brush>
  </inkml:definitions>
  <inkml:trace contextRef="#ctx0" brushRef="#br0">0 0 24575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06:32:44.727"/>
    </inkml:context>
    <inkml:brush xml:id="br0">
      <inkml:brushProperty name="width" value="0.35" units="cm"/>
      <inkml:brushProperty name="height" value="0.35" units="cm"/>
      <inkml:brushProperty name="color" value="#66CC00"/>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8EA14-0B17-4B75-8C19-194C9B4038D0}" type="datetimeFigureOut">
              <a:rPr lang="fr-FR" smtClean="0"/>
              <a:t>31/05/2025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4EF10-39DE-4EB0-8108-7C1C098118A8}" type="slidenum">
              <a:rPr lang="fr-FR" smtClean="0"/>
              <a:t>‹#›</a:t>
            </a:fld>
            <a:endParaRPr lang="fr-FR"/>
          </a:p>
        </p:txBody>
      </p:sp>
    </p:spTree>
    <p:extLst>
      <p:ext uri="{BB962C8B-B14F-4D97-AF65-F5344CB8AC3E}">
        <p14:creationId xmlns:p14="http://schemas.microsoft.com/office/powerpoint/2010/main" val="1718092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Neural Architecture </a:t>
            </a:r>
            <a:r>
              <a:rPr lang="fr-CH" dirty="0" err="1"/>
              <a:t>Search</a:t>
            </a:r>
            <a:endParaRPr lang="fr-CH" dirty="0"/>
          </a:p>
          <a:p>
            <a:pPr marL="0" indent="0">
              <a:buNone/>
            </a:pPr>
            <a:r>
              <a:rPr lang="fr-FR" dirty="0"/>
              <a:t>A Field in Deep Learning </a:t>
            </a:r>
            <a:r>
              <a:rPr lang="fr-FR" dirty="0" err="1"/>
              <a:t>that</a:t>
            </a:r>
            <a:r>
              <a:rPr lang="fr-FR" dirty="0"/>
              <a:t> </a:t>
            </a:r>
            <a:r>
              <a:rPr lang="fr-FR" dirty="0" err="1"/>
              <a:t>seek</a:t>
            </a:r>
            <a:r>
              <a:rPr lang="fr-FR" dirty="0"/>
              <a:t> to automate the </a:t>
            </a:r>
            <a:r>
              <a:rPr lang="fr-FR" dirty="0" err="1"/>
              <a:t>definition</a:t>
            </a:r>
            <a:r>
              <a:rPr lang="fr-FR" dirty="0"/>
              <a:t> of neural network</a:t>
            </a:r>
          </a:p>
          <a:p>
            <a:pPr marL="0" indent="0">
              <a:buNone/>
            </a:pPr>
            <a:endParaRPr lang="fr-FR" dirty="0"/>
          </a:p>
          <a:p>
            <a:pPr marL="0" indent="0">
              <a:buNone/>
            </a:pPr>
            <a:r>
              <a:rPr lang="fr-FR" dirty="0" err="1"/>
              <a:t>I’d</a:t>
            </a:r>
            <a:r>
              <a:rPr lang="fr-FR" dirty="0"/>
              <a:t> like to </a:t>
            </a:r>
            <a:r>
              <a:rPr lang="fr-FR" dirty="0" err="1"/>
              <a:t>provide</a:t>
            </a:r>
            <a:r>
              <a:rPr lang="fr-FR" dirty="0"/>
              <a:t> </a:t>
            </a:r>
            <a:r>
              <a:rPr lang="fr-FR" dirty="0" err="1"/>
              <a:t>you</a:t>
            </a:r>
            <a:r>
              <a:rPr lang="fr-FR" dirty="0"/>
              <a:t> </a:t>
            </a:r>
            <a:r>
              <a:rPr lang="fr-FR" dirty="0" err="1"/>
              <a:t>some</a:t>
            </a:r>
            <a:r>
              <a:rPr lang="fr-FR" dirty="0"/>
              <a:t> insight how the use of MOO has </a:t>
            </a:r>
            <a:r>
              <a:rPr lang="fr-FR" dirty="0" err="1"/>
              <a:t>evolved</a:t>
            </a:r>
            <a:r>
              <a:rPr lang="fr-FR" dirty="0"/>
              <a:t> in </a:t>
            </a:r>
            <a:r>
              <a:rPr lang="fr-FR" dirty="0" err="1"/>
              <a:t>that</a:t>
            </a:r>
            <a:r>
              <a:rPr lang="fr-FR" dirty="0"/>
              <a:t> </a:t>
            </a:r>
            <a:r>
              <a:rPr lang="fr-FR" dirty="0" err="1"/>
              <a:t>field</a:t>
            </a:r>
            <a:r>
              <a:rPr lang="fr-FR" dirty="0"/>
              <a:t> and how </a:t>
            </a:r>
            <a:r>
              <a:rPr lang="fr-FR" dirty="0" err="1"/>
              <a:t>it</a:t>
            </a:r>
            <a:r>
              <a:rPr lang="fr-FR" dirty="0"/>
              <a:t> can </a:t>
            </a:r>
            <a:r>
              <a:rPr lang="fr-FR" dirty="0" err="1"/>
              <a:t>provide</a:t>
            </a:r>
            <a:r>
              <a:rPr lang="fr-FR" dirty="0"/>
              <a:t> us </a:t>
            </a:r>
            <a:r>
              <a:rPr lang="fr-FR" dirty="0" err="1"/>
              <a:t>some</a:t>
            </a:r>
            <a:r>
              <a:rPr lang="fr-FR" dirty="0"/>
              <a:t> insight about the </a:t>
            </a:r>
            <a:r>
              <a:rPr lang="fr-FR" dirty="0" err="1"/>
              <a:t>different</a:t>
            </a:r>
            <a:r>
              <a:rPr lang="fr-FR" dirty="0"/>
              <a:t> MOO techniques, limitations and </a:t>
            </a:r>
            <a:r>
              <a:rPr lang="fr-FR" dirty="0" err="1"/>
              <a:t>opportunities</a:t>
            </a:r>
            <a:r>
              <a:rPr lang="fr-FR" dirty="0"/>
              <a:t>.</a:t>
            </a:r>
          </a:p>
          <a:p>
            <a:pPr marL="0" indent="0">
              <a:buNone/>
            </a:pPr>
            <a:endParaRPr lang="fr-FR" dirty="0"/>
          </a:p>
          <a:p>
            <a:pPr marL="0" indent="0">
              <a:buNone/>
            </a:pPr>
            <a:r>
              <a:rPr lang="fr-FR" dirty="0"/>
              <a:t>Let me start by </a:t>
            </a:r>
            <a:r>
              <a:rPr lang="fr-FR" dirty="0" err="1"/>
              <a:t>providing</a:t>
            </a:r>
            <a:r>
              <a:rPr lang="fr-FR" dirty="0"/>
              <a:t> </a:t>
            </a:r>
            <a:r>
              <a:rPr lang="fr-FR" dirty="0" err="1"/>
              <a:t>you</a:t>
            </a:r>
            <a:r>
              <a:rPr lang="fr-FR" dirty="0"/>
              <a:t> </a:t>
            </a:r>
            <a:r>
              <a:rPr lang="fr-FR" dirty="0" err="1"/>
              <a:t>some</a:t>
            </a:r>
            <a:r>
              <a:rPr lang="fr-FR" dirty="0"/>
              <a:t> </a:t>
            </a:r>
            <a:r>
              <a:rPr lang="fr-FR" dirty="0" err="1"/>
              <a:t>context</a:t>
            </a:r>
            <a:r>
              <a:rPr lang="fr-FR" dirty="0"/>
              <a:t> about </a:t>
            </a:r>
            <a:r>
              <a:rPr lang="fr-FR" dirty="0" err="1"/>
              <a:t>this</a:t>
            </a:r>
            <a:r>
              <a:rPr lang="fr-FR" dirty="0"/>
              <a:t> </a:t>
            </a:r>
            <a:r>
              <a:rPr lang="fr-FR" dirty="0" err="1"/>
              <a:t>problem</a:t>
            </a:r>
            <a:r>
              <a:rPr lang="fr-FR" dirty="0"/>
              <a:t> setting.</a:t>
            </a:r>
          </a:p>
          <a:p>
            <a:endParaRPr lang="fr-FR"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2</a:t>
            </a:fld>
            <a:endParaRPr lang="fr-FR"/>
          </a:p>
        </p:txBody>
      </p:sp>
    </p:spTree>
    <p:extLst>
      <p:ext uri="{BB962C8B-B14F-4D97-AF65-F5344CB8AC3E}">
        <p14:creationId xmlns:p14="http://schemas.microsoft.com/office/powerpoint/2010/main" val="2591689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a:p>
            <a:r>
              <a:rPr lang="en-US" dirty="0"/>
              <a:t>Over the years, researchers has come with very clever architecture like CNN, RNN, now Transformers and so on.</a:t>
            </a:r>
          </a:p>
          <a:p>
            <a:endParaRPr lang="en-US" dirty="0"/>
          </a:p>
          <a:p>
            <a:r>
              <a:rPr lang="en-US" dirty="0"/>
              <a:t>But this process requires often very </a:t>
            </a:r>
            <a:r>
              <a:rPr lang="en-US" dirty="0" err="1"/>
              <a:t>techincal</a:t>
            </a:r>
            <a:r>
              <a:rPr lang="en-US" dirty="0"/>
              <a:t> knowledge and the experience is build on long process of trial and errors, so the question is </a:t>
            </a:r>
            <a:r>
              <a:rPr lang="en-US" dirty="0" err="1"/>
              <a:t>is</a:t>
            </a:r>
            <a:r>
              <a:rPr lang="en-US" dirty="0"/>
              <a:t> there some ways to automatically discover very high performant architecture ?</a:t>
            </a:r>
            <a:endParaRPr lang="fr-FR"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3</a:t>
            </a:fld>
            <a:endParaRPr lang="fr-FR"/>
          </a:p>
        </p:txBody>
      </p:sp>
    </p:spTree>
    <p:extLst>
      <p:ext uri="{BB962C8B-B14F-4D97-AF65-F5344CB8AC3E}">
        <p14:creationId xmlns:p14="http://schemas.microsoft.com/office/powerpoint/2010/main" val="1347539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a:p>
            <a:r>
              <a:rPr lang="en-US" dirty="0"/>
              <a:t>That is exactly the goal of the problem known as Neural Architecture Search. where on aims to automatically discover high performance neural network.</a:t>
            </a:r>
          </a:p>
          <a:p>
            <a:endParaRPr lang="en-US" dirty="0"/>
          </a:p>
          <a:p>
            <a:r>
              <a:rPr lang="en-US" dirty="0"/>
              <a:t>Historically it started by using Reinforcement Learning to find architecture that provide the best performance, so we consider only one single objectives.</a:t>
            </a:r>
          </a:p>
          <a:p>
            <a:endParaRPr lang="en-US" dirty="0"/>
          </a:p>
          <a:p>
            <a:r>
              <a:rPr lang="en-US" dirty="0"/>
              <a:t>But in reality, one has to consider more objectives than the accuracy, like for example the latency time, the model size or even the energy consumption and naturally this field evolves in a multi-objectives optimization settings.</a:t>
            </a:r>
          </a:p>
          <a:p>
            <a:endParaRPr lang="fr-FR"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4</a:t>
            </a:fld>
            <a:endParaRPr lang="fr-FR"/>
          </a:p>
        </p:txBody>
      </p:sp>
    </p:spTree>
    <p:extLst>
      <p:ext uri="{BB962C8B-B14F-4D97-AF65-F5344CB8AC3E}">
        <p14:creationId xmlns:p14="http://schemas.microsoft.com/office/powerpoint/2010/main" val="315173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We aren’t optimizing for just one metric; real-world deployment usually means trading off between accuracy, speed, and size.</a:t>
            </a:r>
          </a:p>
          <a:p>
            <a:endParaRPr lang="en-US" dirty="0"/>
          </a:p>
          <a:p>
            <a:r>
              <a:rPr lang="en-US" dirty="0"/>
              <a:t>In NAS, we often care about more than just accuracy; we may also want to minimize latency, memory usage, or energy consumption. Thus, we formulate the search as a </a:t>
            </a:r>
            <a:r>
              <a:rPr lang="en-US" b="1" dirty="0"/>
              <a:t>multi-objective optimization problem</a:t>
            </a:r>
          </a:p>
          <a:p>
            <a:endParaRPr lang="en-US" b="1" dirty="0"/>
          </a:p>
          <a:p>
            <a:r>
              <a:rPr lang="en-US" dirty="0"/>
              <a:t>We want to find the architecture a in the set A that achieves the best trade-off between multiple objectives, where for each architecture, its weights are set to those that best minimize the training loss.</a:t>
            </a:r>
          </a:p>
          <a:p>
            <a:endParaRPr lang="en-US" dirty="0"/>
          </a:p>
          <a:p>
            <a:r>
              <a:rPr lang="en-US" dirty="0"/>
              <a:t>This formalism captures the essence of modern NAS: for every possible architecture, we find the optimal weights, and then compare architectures across multiple objectives. In practice, this leads to a set of Pareto-optimal solutions, not just a single ‘best’ architecture</a:t>
            </a:r>
            <a:endParaRPr lang="fr-FR"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5</a:t>
            </a:fld>
            <a:endParaRPr lang="fr-FR"/>
          </a:p>
        </p:txBody>
      </p:sp>
    </p:spTree>
    <p:extLst>
      <p:ext uri="{BB962C8B-B14F-4D97-AF65-F5344CB8AC3E}">
        <p14:creationId xmlns:p14="http://schemas.microsoft.com/office/powerpoint/2010/main" val="289386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A8A9-C9F3-8746-EBA8-DBA4D4708FE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CFCA50A-7B88-721A-BF18-71BE1A35515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17F445-C52B-40D3-7989-8D511ECD7EFA}"/>
              </a:ext>
            </a:extLst>
          </p:cNvPr>
          <p:cNvSpPr>
            <a:spLocks noGrp="1"/>
          </p:cNvSpPr>
          <p:nvPr>
            <p:ph type="body" idx="1"/>
          </p:nvPr>
        </p:nvSpPr>
        <p:spPr/>
        <p:txBody>
          <a:bodyPr/>
          <a:lstStyle/>
          <a:p>
            <a:endParaRPr lang="en-US" dirty="0"/>
          </a:p>
          <a:p>
            <a:r>
              <a:rPr lang="en-US" dirty="0"/>
              <a:t>Let me also introduce basic concept of this problem settings</a:t>
            </a:r>
          </a:p>
          <a:p>
            <a:endParaRPr lang="en-US" dirty="0"/>
          </a:p>
          <a:p>
            <a:r>
              <a:rPr lang="en-US" dirty="0"/>
              <a:t> Each cells are directed acyclic graph (graph) that are defined as follows : </a:t>
            </a:r>
          </a:p>
          <a:p>
            <a:endParaRPr lang="en-US" dirty="0"/>
          </a:p>
          <a:p>
            <a:r>
              <a:rPr lang="en-US" dirty="0"/>
              <a:t> each node xi represents a tensor or alternatively said the feature computed in that particular position of the network</a:t>
            </a:r>
          </a:p>
          <a:p>
            <a:r>
              <a:rPr lang="en-US" dirty="0"/>
              <a:t> each edges represents operations from a set of operation that we want to use.</a:t>
            </a:r>
          </a:p>
          <a:p>
            <a:endParaRPr lang="en-US" dirty="0"/>
          </a:p>
          <a:p>
            <a:r>
              <a:rPr lang="en-US" dirty="0"/>
              <a:t> So the user has to defined a set of operation, the number of nodes.</a:t>
            </a:r>
            <a:endParaRPr lang="fr-FR" dirty="0"/>
          </a:p>
        </p:txBody>
      </p:sp>
      <p:sp>
        <p:nvSpPr>
          <p:cNvPr id="4" name="Espace réservé du numéro de diapositive 3">
            <a:extLst>
              <a:ext uri="{FF2B5EF4-FFF2-40B4-BE49-F238E27FC236}">
                <a16:creationId xmlns:a16="http://schemas.microsoft.com/office/drawing/2014/main" id="{BDEB899B-CEA1-4E54-24BD-7BC1E54BDB26}"/>
              </a:ext>
            </a:extLst>
          </p:cNvPr>
          <p:cNvSpPr>
            <a:spLocks noGrp="1"/>
          </p:cNvSpPr>
          <p:nvPr>
            <p:ph type="sldNum" sz="quarter" idx="5"/>
          </p:nvPr>
        </p:nvSpPr>
        <p:spPr/>
        <p:txBody>
          <a:bodyPr/>
          <a:lstStyle/>
          <a:p>
            <a:fld id="{54B4EF10-39DE-4EB0-8108-7C1C098118A8}" type="slidenum">
              <a:rPr lang="fr-FR" smtClean="0"/>
              <a:t>6</a:t>
            </a:fld>
            <a:endParaRPr lang="fr-FR"/>
          </a:p>
        </p:txBody>
      </p:sp>
    </p:spTree>
    <p:extLst>
      <p:ext uri="{BB962C8B-B14F-4D97-AF65-F5344CB8AC3E}">
        <p14:creationId xmlns:p14="http://schemas.microsoft.com/office/powerpoint/2010/main" val="1498335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10</a:t>
            </a:fld>
            <a:endParaRPr lang="fr-FR"/>
          </a:p>
        </p:txBody>
      </p:sp>
    </p:spTree>
    <p:extLst>
      <p:ext uri="{BB962C8B-B14F-4D97-AF65-F5344CB8AC3E}">
        <p14:creationId xmlns:p14="http://schemas.microsoft.com/office/powerpoint/2010/main" val="813482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Imaging </a:t>
            </a:r>
            <a:r>
              <a:rPr lang="fr-CH" dirty="0" err="1"/>
              <a:t>having</a:t>
            </a:r>
            <a:r>
              <a:rPr lang="fr-CH" dirty="0"/>
              <a:t> to train and </a:t>
            </a:r>
            <a:r>
              <a:rPr lang="fr-CH" dirty="0" err="1"/>
              <a:t>evaluate</a:t>
            </a:r>
            <a:r>
              <a:rPr lang="fr-CH" dirty="0"/>
              <a:t> millions of </a:t>
            </a:r>
            <a:r>
              <a:rPr lang="fr-CH" dirty="0" err="1"/>
              <a:t>different</a:t>
            </a:r>
            <a:r>
              <a:rPr lang="fr-CH" dirty="0"/>
              <a:t> architectures ? </a:t>
            </a:r>
          </a:p>
          <a:p>
            <a:endParaRPr lang="fr-FR" dirty="0"/>
          </a:p>
          <a:p>
            <a:r>
              <a:rPr lang="fr-FR" dirty="0" err="1"/>
              <a:t>It’s</a:t>
            </a:r>
            <a:r>
              <a:rPr lang="fr-FR" dirty="0"/>
              <a:t> </a:t>
            </a:r>
            <a:r>
              <a:rPr lang="fr-FR" dirty="0" err="1"/>
              <a:t>unfeasible</a:t>
            </a:r>
            <a:r>
              <a:rPr lang="fr-FR" dirty="0"/>
              <a:t> in practice, </a:t>
            </a:r>
            <a:r>
              <a:rPr lang="fr-FR" dirty="0" err="1"/>
              <a:t>so</a:t>
            </a:r>
            <a:r>
              <a:rPr lang="fr-FR" dirty="0"/>
              <a:t> </a:t>
            </a:r>
            <a:endParaRPr lang="fr-CH"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12</a:t>
            </a:fld>
            <a:endParaRPr lang="fr-FR"/>
          </a:p>
        </p:txBody>
      </p:sp>
    </p:spTree>
    <p:extLst>
      <p:ext uri="{BB962C8B-B14F-4D97-AF65-F5344CB8AC3E}">
        <p14:creationId xmlns:p14="http://schemas.microsoft.com/office/powerpoint/2010/main" val="2032474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Use of </a:t>
            </a:r>
            <a:r>
              <a:rPr lang="fr-CH" dirty="0" err="1"/>
              <a:t>SuperNetwork</a:t>
            </a:r>
            <a:r>
              <a:rPr lang="fr-CH" dirty="0"/>
              <a:t> to </a:t>
            </a:r>
            <a:r>
              <a:rPr lang="fr-CH" dirty="0" err="1"/>
              <a:t>drastically</a:t>
            </a:r>
            <a:r>
              <a:rPr lang="fr-CH" dirty="0"/>
              <a:t> </a:t>
            </a:r>
            <a:r>
              <a:rPr lang="fr-CH" dirty="0" err="1"/>
              <a:t>reduce</a:t>
            </a:r>
            <a:r>
              <a:rPr lang="fr-CH" dirty="0"/>
              <a:t> the </a:t>
            </a:r>
            <a:r>
              <a:rPr lang="fr-CH" dirty="0" err="1"/>
              <a:t>computational</a:t>
            </a:r>
            <a:r>
              <a:rPr lang="fr-CH" dirty="0"/>
              <a:t> </a:t>
            </a:r>
            <a:r>
              <a:rPr lang="fr-CH" dirty="0" err="1"/>
              <a:t>cost</a:t>
            </a:r>
            <a:r>
              <a:rPr lang="fr-CH" dirty="0"/>
              <a:t> !</a:t>
            </a:r>
            <a:endParaRPr lang="fr-FR"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13</a:t>
            </a:fld>
            <a:endParaRPr lang="fr-FR"/>
          </a:p>
        </p:txBody>
      </p:sp>
    </p:spTree>
    <p:extLst>
      <p:ext uri="{BB962C8B-B14F-4D97-AF65-F5344CB8AC3E}">
        <p14:creationId xmlns:p14="http://schemas.microsoft.com/office/powerpoint/2010/main" val="3808964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49F18-D3BB-BDBD-D026-EBB4D94367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13A4390-FAA8-1623-12E6-DE2E18E1EAB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5B27725-A23D-C464-A4B1-452FAA70EE77}"/>
              </a:ext>
            </a:extLst>
          </p:cNvPr>
          <p:cNvSpPr>
            <a:spLocks noGrp="1"/>
          </p:cNvSpPr>
          <p:nvPr>
            <p:ph type="body" idx="1"/>
          </p:nvPr>
        </p:nvSpPr>
        <p:spPr/>
        <p:txBody>
          <a:bodyPr/>
          <a:lstStyle/>
          <a:p>
            <a:r>
              <a:rPr lang="fr-CH" dirty="0"/>
              <a:t>Use of </a:t>
            </a:r>
            <a:r>
              <a:rPr lang="fr-CH" dirty="0" err="1"/>
              <a:t>SuperNetwork</a:t>
            </a:r>
            <a:r>
              <a:rPr lang="fr-CH" dirty="0"/>
              <a:t> to </a:t>
            </a:r>
            <a:r>
              <a:rPr lang="fr-CH" dirty="0" err="1"/>
              <a:t>drastically</a:t>
            </a:r>
            <a:r>
              <a:rPr lang="fr-CH" dirty="0"/>
              <a:t> </a:t>
            </a:r>
            <a:r>
              <a:rPr lang="fr-CH" dirty="0" err="1"/>
              <a:t>reduce</a:t>
            </a:r>
            <a:r>
              <a:rPr lang="fr-CH" dirty="0"/>
              <a:t> the </a:t>
            </a:r>
            <a:r>
              <a:rPr lang="fr-CH" dirty="0" err="1"/>
              <a:t>computational</a:t>
            </a:r>
            <a:r>
              <a:rPr lang="fr-CH" dirty="0"/>
              <a:t> </a:t>
            </a:r>
            <a:r>
              <a:rPr lang="fr-CH" dirty="0" err="1"/>
              <a:t>cost</a:t>
            </a:r>
            <a:r>
              <a:rPr lang="fr-CH" dirty="0"/>
              <a:t> !</a:t>
            </a:r>
            <a:endParaRPr lang="fr-FR" dirty="0"/>
          </a:p>
        </p:txBody>
      </p:sp>
      <p:sp>
        <p:nvSpPr>
          <p:cNvPr id="4" name="Espace réservé du numéro de diapositive 3">
            <a:extLst>
              <a:ext uri="{FF2B5EF4-FFF2-40B4-BE49-F238E27FC236}">
                <a16:creationId xmlns:a16="http://schemas.microsoft.com/office/drawing/2014/main" id="{16AA22AF-5891-EB0E-F25F-8E150B7B8D69}"/>
              </a:ext>
            </a:extLst>
          </p:cNvPr>
          <p:cNvSpPr>
            <a:spLocks noGrp="1"/>
          </p:cNvSpPr>
          <p:nvPr>
            <p:ph type="sldNum" sz="quarter" idx="5"/>
          </p:nvPr>
        </p:nvSpPr>
        <p:spPr/>
        <p:txBody>
          <a:bodyPr/>
          <a:lstStyle/>
          <a:p>
            <a:fld id="{54B4EF10-39DE-4EB0-8108-7C1C098118A8}" type="slidenum">
              <a:rPr lang="fr-FR" smtClean="0"/>
              <a:t>14</a:t>
            </a:fld>
            <a:endParaRPr lang="fr-FR"/>
          </a:p>
        </p:txBody>
      </p:sp>
    </p:spTree>
    <p:extLst>
      <p:ext uri="{BB962C8B-B14F-4D97-AF65-F5344CB8AC3E}">
        <p14:creationId xmlns:p14="http://schemas.microsoft.com/office/powerpoint/2010/main" val="948932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27297-E4EF-EE57-E983-A40DE90DA8D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A72F5C0-0391-8A1C-353C-3DDD0C5D0D5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C4EAD86-6C07-9F3D-1BEF-36BFE59446A4}"/>
              </a:ext>
            </a:extLst>
          </p:cNvPr>
          <p:cNvSpPr>
            <a:spLocks noGrp="1"/>
          </p:cNvSpPr>
          <p:nvPr>
            <p:ph type="body" idx="1"/>
          </p:nvPr>
        </p:nvSpPr>
        <p:spPr/>
        <p:txBody>
          <a:bodyPr/>
          <a:lstStyle/>
          <a:p>
            <a:r>
              <a:rPr lang="fr-CH" dirty="0"/>
              <a:t>Use of </a:t>
            </a:r>
            <a:r>
              <a:rPr lang="fr-CH" dirty="0" err="1"/>
              <a:t>SuperNetwork</a:t>
            </a:r>
            <a:r>
              <a:rPr lang="fr-CH" dirty="0"/>
              <a:t> to </a:t>
            </a:r>
            <a:r>
              <a:rPr lang="fr-CH" dirty="0" err="1"/>
              <a:t>drastically</a:t>
            </a:r>
            <a:r>
              <a:rPr lang="fr-CH" dirty="0"/>
              <a:t> </a:t>
            </a:r>
            <a:r>
              <a:rPr lang="fr-CH" dirty="0" err="1"/>
              <a:t>reduce</a:t>
            </a:r>
            <a:r>
              <a:rPr lang="fr-CH" dirty="0"/>
              <a:t> the </a:t>
            </a:r>
            <a:r>
              <a:rPr lang="fr-CH" dirty="0" err="1"/>
              <a:t>computational</a:t>
            </a:r>
            <a:r>
              <a:rPr lang="fr-CH" dirty="0"/>
              <a:t> </a:t>
            </a:r>
            <a:r>
              <a:rPr lang="fr-CH" dirty="0" err="1"/>
              <a:t>cost</a:t>
            </a:r>
            <a:r>
              <a:rPr lang="fr-CH" dirty="0"/>
              <a:t> !</a:t>
            </a:r>
            <a:endParaRPr lang="fr-FR" dirty="0"/>
          </a:p>
        </p:txBody>
      </p:sp>
      <p:sp>
        <p:nvSpPr>
          <p:cNvPr id="4" name="Espace réservé du numéro de diapositive 3">
            <a:extLst>
              <a:ext uri="{FF2B5EF4-FFF2-40B4-BE49-F238E27FC236}">
                <a16:creationId xmlns:a16="http://schemas.microsoft.com/office/drawing/2014/main" id="{0E01AD9B-DF5D-CF04-624F-F3323B18C0B4}"/>
              </a:ext>
            </a:extLst>
          </p:cNvPr>
          <p:cNvSpPr>
            <a:spLocks noGrp="1"/>
          </p:cNvSpPr>
          <p:nvPr>
            <p:ph type="sldNum" sz="quarter" idx="5"/>
          </p:nvPr>
        </p:nvSpPr>
        <p:spPr/>
        <p:txBody>
          <a:bodyPr/>
          <a:lstStyle/>
          <a:p>
            <a:fld id="{54B4EF10-39DE-4EB0-8108-7C1C098118A8}" type="slidenum">
              <a:rPr lang="fr-FR" smtClean="0"/>
              <a:t>15</a:t>
            </a:fld>
            <a:endParaRPr lang="fr-FR"/>
          </a:p>
        </p:txBody>
      </p:sp>
    </p:spTree>
    <p:extLst>
      <p:ext uri="{BB962C8B-B14F-4D97-AF65-F5344CB8AC3E}">
        <p14:creationId xmlns:p14="http://schemas.microsoft.com/office/powerpoint/2010/main" val="2812920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BEE5-FCCA-E2A5-C0BA-120E7C694FC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C13BBA9-97FF-44D8-DB32-8AD8E9CAC72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8F72EC3-56A2-185C-A509-2025B2FD288C}"/>
              </a:ext>
            </a:extLst>
          </p:cNvPr>
          <p:cNvSpPr>
            <a:spLocks noGrp="1"/>
          </p:cNvSpPr>
          <p:nvPr>
            <p:ph type="body" idx="1"/>
          </p:nvPr>
        </p:nvSpPr>
        <p:spPr/>
        <p:txBody>
          <a:bodyPr/>
          <a:lstStyle/>
          <a:p>
            <a:r>
              <a:rPr lang="fr-CH" dirty="0"/>
              <a:t>Use of </a:t>
            </a:r>
            <a:r>
              <a:rPr lang="fr-CH" dirty="0" err="1"/>
              <a:t>SuperNetwork</a:t>
            </a:r>
            <a:r>
              <a:rPr lang="fr-CH" dirty="0"/>
              <a:t> to </a:t>
            </a:r>
            <a:r>
              <a:rPr lang="fr-CH" dirty="0" err="1"/>
              <a:t>drastically</a:t>
            </a:r>
            <a:r>
              <a:rPr lang="fr-CH" dirty="0"/>
              <a:t> </a:t>
            </a:r>
            <a:r>
              <a:rPr lang="fr-CH" dirty="0" err="1"/>
              <a:t>reduce</a:t>
            </a:r>
            <a:r>
              <a:rPr lang="fr-CH" dirty="0"/>
              <a:t> the </a:t>
            </a:r>
            <a:r>
              <a:rPr lang="fr-CH" dirty="0" err="1"/>
              <a:t>computational</a:t>
            </a:r>
            <a:r>
              <a:rPr lang="fr-CH" dirty="0"/>
              <a:t> </a:t>
            </a:r>
            <a:r>
              <a:rPr lang="fr-CH" dirty="0" err="1"/>
              <a:t>cost</a:t>
            </a:r>
            <a:r>
              <a:rPr lang="fr-CH" dirty="0"/>
              <a:t> !</a:t>
            </a:r>
            <a:endParaRPr lang="fr-FR" dirty="0"/>
          </a:p>
        </p:txBody>
      </p:sp>
      <p:sp>
        <p:nvSpPr>
          <p:cNvPr id="4" name="Espace réservé du numéro de diapositive 3">
            <a:extLst>
              <a:ext uri="{FF2B5EF4-FFF2-40B4-BE49-F238E27FC236}">
                <a16:creationId xmlns:a16="http://schemas.microsoft.com/office/drawing/2014/main" id="{D9157B30-A9C8-42DF-A29D-CF624406C3EA}"/>
              </a:ext>
            </a:extLst>
          </p:cNvPr>
          <p:cNvSpPr>
            <a:spLocks noGrp="1"/>
          </p:cNvSpPr>
          <p:nvPr>
            <p:ph type="sldNum" sz="quarter" idx="5"/>
          </p:nvPr>
        </p:nvSpPr>
        <p:spPr/>
        <p:txBody>
          <a:bodyPr/>
          <a:lstStyle/>
          <a:p>
            <a:fld id="{54B4EF10-39DE-4EB0-8108-7C1C098118A8}" type="slidenum">
              <a:rPr lang="fr-FR" smtClean="0"/>
              <a:t>16</a:t>
            </a:fld>
            <a:endParaRPr lang="fr-FR"/>
          </a:p>
        </p:txBody>
      </p:sp>
    </p:spTree>
    <p:extLst>
      <p:ext uri="{BB962C8B-B14F-4D97-AF65-F5344CB8AC3E}">
        <p14:creationId xmlns:p14="http://schemas.microsoft.com/office/powerpoint/2010/main" val="2129063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buNone/>
            </a:pPr>
            <a:r>
              <a:rPr lang="en-US" b="1" dirty="0"/>
              <a:t>Evolutionary Algorithms (EA)</a:t>
            </a:r>
            <a:r>
              <a:rPr lang="en-US" dirty="0"/>
              <a:t> present a natural alternative for this problem, as the search space is discrete.</a:t>
            </a:r>
          </a:p>
          <a:p>
            <a:pPr>
              <a:buNone/>
            </a:pPr>
            <a:r>
              <a:rPr lang="en-US" b="1" dirty="0"/>
              <a:t>Compared to RL, EA can be easily parallelized,</a:t>
            </a:r>
            <a:r>
              <a:rPr lang="en-US" dirty="0"/>
              <a:t> making the search process faster and more scalable.</a:t>
            </a:r>
          </a:p>
          <a:p>
            <a:pPr>
              <a:buNone/>
            </a:pPr>
            <a:r>
              <a:rPr lang="en-US" b="1" dirty="0"/>
              <a:t>However, even with parallelization, EA can still be inefficient</a:t>
            </a:r>
            <a:r>
              <a:rPr lang="en-US" dirty="0"/>
              <a:t> when the search space is huge or training each candidate is expensive.</a:t>
            </a:r>
          </a:p>
          <a:p>
            <a:pPr>
              <a:buNone/>
            </a:pPr>
            <a:r>
              <a:rPr lang="en-US" b="1" dirty="0"/>
              <a:t>A more efficient strategy is to use gradients to guide the search direction.</a:t>
            </a:r>
            <a:endParaRPr lang="en-US" dirty="0"/>
          </a:p>
          <a:p>
            <a:pPr>
              <a:buNone/>
            </a:pPr>
            <a:r>
              <a:rPr lang="en-US" b="1" dirty="0"/>
              <a:t>But how do you use gradients when your choices (architectures) are categorical?</a:t>
            </a:r>
            <a:endParaRPr lang="en-US" dirty="0"/>
          </a:p>
          <a:p>
            <a:r>
              <a:rPr lang="en-US" b="1" dirty="0"/>
              <a:t>Solution:</a:t>
            </a:r>
            <a:r>
              <a:rPr lang="en-US" dirty="0"/>
              <a:t> Researchers propose a </a:t>
            </a:r>
            <a:r>
              <a:rPr lang="en-US" i="1" dirty="0"/>
              <a:t>continuous relaxation</a:t>
            </a:r>
            <a:r>
              <a:rPr lang="en-US" dirty="0"/>
              <a:t> of the discrete search space, allowing the use of gradient-based optimization for architecture search.</a:t>
            </a:r>
          </a:p>
          <a:p>
            <a:endParaRPr lang="fr-FR"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17</a:t>
            </a:fld>
            <a:endParaRPr lang="fr-FR"/>
          </a:p>
        </p:txBody>
      </p:sp>
    </p:spTree>
    <p:extLst>
      <p:ext uri="{BB962C8B-B14F-4D97-AF65-F5344CB8AC3E}">
        <p14:creationId xmlns:p14="http://schemas.microsoft.com/office/powerpoint/2010/main" val="1172746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H" sz="1200" i="1" dirty="0"/>
              <a:t>The </a:t>
            </a:r>
            <a:r>
              <a:rPr lang="fr-CH" sz="1200" i="1" dirty="0" err="1"/>
              <a:t>discrete</a:t>
            </a:r>
            <a:r>
              <a:rPr lang="fr-CH" sz="1200" i="1" dirty="0"/>
              <a:t> </a:t>
            </a:r>
            <a:r>
              <a:rPr lang="fr-CH" sz="1200" i="1" dirty="0" err="1"/>
              <a:t>argmax</a:t>
            </a:r>
            <a:r>
              <a:rPr lang="fr-CH" sz="1200" i="1" dirty="0"/>
              <a:t> </a:t>
            </a:r>
            <a:r>
              <a:rPr lang="fr-CH" sz="1200" i="1" dirty="0" err="1"/>
              <a:t>operation</a:t>
            </a:r>
            <a:r>
              <a:rPr lang="fr-CH" sz="1200" i="1" dirty="0"/>
              <a:t> </a:t>
            </a:r>
            <a:r>
              <a:rPr lang="fr-CH" sz="1200" i="1" dirty="0" err="1"/>
              <a:t>is</a:t>
            </a:r>
            <a:r>
              <a:rPr lang="fr-CH" sz="1200" i="1" dirty="0"/>
              <a:t> </a:t>
            </a:r>
            <a:r>
              <a:rPr lang="fr-CH" sz="1200" i="1" dirty="0" err="1"/>
              <a:t>replaced</a:t>
            </a:r>
            <a:r>
              <a:rPr lang="fr-CH" sz="1200" i="1" dirty="0"/>
              <a:t> by a </a:t>
            </a:r>
            <a:r>
              <a:rPr lang="fr-CH" sz="1200" i="1" dirty="0" err="1"/>
              <a:t>softmax</a:t>
            </a:r>
            <a:r>
              <a:rPr lang="fr-CH" sz="1200" i="1" dirty="0"/>
              <a:t> </a:t>
            </a:r>
            <a:r>
              <a:rPr lang="fr-CH" sz="1200" i="1" dirty="0" err="1"/>
              <a:t>function</a:t>
            </a:r>
            <a:r>
              <a:rPr lang="fr-CH" sz="1200" i="1" dirty="0"/>
              <a:t>, forming a </a:t>
            </a:r>
            <a:r>
              <a:rPr lang="fr-CH" sz="1200" i="1" dirty="0" err="1"/>
              <a:t>convex</a:t>
            </a:r>
            <a:r>
              <a:rPr lang="fr-CH" sz="1200" i="1" dirty="0"/>
              <a:t> combination (</a:t>
            </a:r>
            <a:r>
              <a:rPr lang="fr-CH" sz="1200" i="1" dirty="0" err="1"/>
              <a:t>weighted</a:t>
            </a:r>
            <a:r>
              <a:rPr lang="fr-CH" sz="1200" i="1" dirty="0"/>
              <a:t> </a:t>
            </a:r>
            <a:r>
              <a:rPr lang="fr-CH" sz="1200" i="1" dirty="0" err="1"/>
              <a:t>sum</a:t>
            </a:r>
            <a:r>
              <a:rPr lang="fr-CH" sz="1200" i="1" dirty="0"/>
              <a:t>) of all </a:t>
            </a:r>
            <a:r>
              <a:rPr lang="fr-CH" sz="1200" i="1" dirty="0" err="1"/>
              <a:t>operations</a:t>
            </a:r>
            <a:r>
              <a:rPr lang="fr-CH" sz="1200" i="1" dirty="0"/>
              <a:t>.</a:t>
            </a:r>
          </a:p>
          <a:p>
            <a:endParaRPr lang="fr-FR"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19</a:t>
            </a:fld>
            <a:endParaRPr lang="fr-FR"/>
          </a:p>
        </p:txBody>
      </p:sp>
    </p:spTree>
    <p:extLst>
      <p:ext uri="{BB962C8B-B14F-4D97-AF65-F5344CB8AC3E}">
        <p14:creationId xmlns:p14="http://schemas.microsoft.com/office/powerpoint/2010/main" val="3258802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20</a:t>
            </a:fld>
            <a:endParaRPr lang="fr-FR"/>
          </a:p>
        </p:txBody>
      </p:sp>
    </p:spTree>
    <p:extLst>
      <p:ext uri="{BB962C8B-B14F-4D97-AF65-F5344CB8AC3E}">
        <p14:creationId xmlns:p14="http://schemas.microsoft.com/office/powerpoint/2010/main" val="2446460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a:t>Use a HyperNetwork to speed up the search process by having a Bi-Level Optimization : </a:t>
            </a:r>
          </a:p>
          <a:p>
            <a:endParaRPr lang="fr-CH"/>
          </a:p>
          <a:p>
            <a:r>
              <a:rPr lang="fr-CH"/>
              <a:t>The core idea is : ????????</a:t>
            </a:r>
            <a:endParaRPr lang="fr-FR" dirty="0"/>
          </a:p>
        </p:txBody>
      </p:sp>
      <p:sp>
        <p:nvSpPr>
          <p:cNvPr id="4" name="Espace réservé du numéro de diapositive 3"/>
          <p:cNvSpPr>
            <a:spLocks noGrp="1"/>
          </p:cNvSpPr>
          <p:nvPr>
            <p:ph type="sldNum" sz="quarter" idx="5"/>
          </p:nvPr>
        </p:nvSpPr>
        <p:spPr/>
        <p:txBody>
          <a:bodyPr/>
          <a:lstStyle/>
          <a:p>
            <a:fld id="{54B4EF10-39DE-4EB0-8108-7C1C098118A8}" type="slidenum">
              <a:rPr lang="fr-FR" smtClean="0"/>
              <a:t>22</a:t>
            </a:fld>
            <a:endParaRPr lang="fr-FR"/>
          </a:p>
        </p:txBody>
      </p:sp>
    </p:spTree>
    <p:extLst>
      <p:ext uri="{BB962C8B-B14F-4D97-AF65-F5344CB8AC3E}">
        <p14:creationId xmlns:p14="http://schemas.microsoft.com/office/powerpoint/2010/main" val="3675943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72BAC-3CE0-D000-EF2A-18F5426307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9421B9-95B9-EC79-1898-158D8E8927A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1047F89-31E4-17B1-D985-86ED7FFAB7B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A4F2F82-057C-812E-57F4-88E27E79A4F5}"/>
              </a:ext>
            </a:extLst>
          </p:cNvPr>
          <p:cNvSpPr>
            <a:spLocks noGrp="1"/>
          </p:cNvSpPr>
          <p:nvPr>
            <p:ph type="sldNum" sz="quarter" idx="5"/>
          </p:nvPr>
        </p:nvSpPr>
        <p:spPr/>
        <p:txBody>
          <a:bodyPr/>
          <a:lstStyle/>
          <a:p>
            <a:fld id="{54B4EF10-39DE-4EB0-8108-7C1C098118A8}" type="slidenum">
              <a:rPr lang="fr-FR" smtClean="0"/>
              <a:t>23</a:t>
            </a:fld>
            <a:endParaRPr lang="fr-FR"/>
          </a:p>
        </p:txBody>
      </p:sp>
    </p:spTree>
    <p:extLst>
      <p:ext uri="{BB962C8B-B14F-4D97-AF65-F5344CB8AC3E}">
        <p14:creationId xmlns:p14="http://schemas.microsoft.com/office/powerpoint/2010/main" val="1666118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52C04-8D63-7965-DB3F-C828D5A5C1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5674211-9F65-9DD6-8A4E-D3EFA2A3756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BE93B91-5E83-87B1-1195-BD7378DCF96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4392C82-439D-F4A0-0A6B-79EDDE084FC9}"/>
              </a:ext>
            </a:extLst>
          </p:cNvPr>
          <p:cNvSpPr>
            <a:spLocks noGrp="1"/>
          </p:cNvSpPr>
          <p:nvPr>
            <p:ph type="sldNum" sz="quarter" idx="5"/>
          </p:nvPr>
        </p:nvSpPr>
        <p:spPr/>
        <p:txBody>
          <a:bodyPr/>
          <a:lstStyle/>
          <a:p>
            <a:fld id="{54B4EF10-39DE-4EB0-8108-7C1C098118A8}" type="slidenum">
              <a:rPr lang="fr-FR" smtClean="0"/>
              <a:t>24</a:t>
            </a:fld>
            <a:endParaRPr lang="fr-FR"/>
          </a:p>
        </p:txBody>
      </p:sp>
    </p:spTree>
    <p:extLst>
      <p:ext uri="{BB962C8B-B14F-4D97-AF65-F5344CB8AC3E}">
        <p14:creationId xmlns:p14="http://schemas.microsoft.com/office/powerpoint/2010/main" val="517868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6087A-BDF0-51FB-C231-B2AC1FD87D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61CDDB-DB89-7E7D-9B26-3DE7AEBB7F7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23401CA-3E42-D20B-6C52-69F9687E4E7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BEE28F9-8791-DCCB-936C-947FBD1F97ED}"/>
              </a:ext>
            </a:extLst>
          </p:cNvPr>
          <p:cNvSpPr>
            <a:spLocks noGrp="1"/>
          </p:cNvSpPr>
          <p:nvPr>
            <p:ph type="sldNum" sz="quarter" idx="5"/>
          </p:nvPr>
        </p:nvSpPr>
        <p:spPr/>
        <p:txBody>
          <a:bodyPr/>
          <a:lstStyle/>
          <a:p>
            <a:fld id="{54B4EF10-39DE-4EB0-8108-7C1C098118A8}" type="slidenum">
              <a:rPr lang="fr-FR" smtClean="0"/>
              <a:t>25</a:t>
            </a:fld>
            <a:endParaRPr lang="fr-FR"/>
          </a:p>
        </p:txBody>
      </p:sp>
    </p:spTree>
    <p:extLst>
      <p:ext uri="{BB962C8B-B14F-4D97-AF65-F5344CB8AC3E}">
        <p14:creationId xmlns:p14="http://schemas.microsoft.com/office/powerpoint/2010/main" val="23411873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F5501-9984-8A2C-0F26-59198A96787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8B629BE-6F25-06BA-DB99-EB1CFF1FB79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BA777B4-AE7B-EC8E-68B7-E34F4DA94E8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4A1D632-CC2B-C710-DA93-061FE2476667}"/>
              </a:ext>
            </a:extLst>
          </p:cNvPr>
          <p:cNvSpPr>
            <a:spLocks noGrp="1"/>
          </p:cNvSpPr>
          <p:nvPr>
            <p:ph type="sldNum" sz="quarter" idx="5"/>
          </p:nvPr>
        </p:nvSpPr>
        <p:spPr/>
        <p:txBody>
          <a:bodyPr/>
          <a:lstStyle/>
          <a:p>
            <a:fld id="{54B4EF10-39DE-4EB0-8108-7C1C098118A8}" type="slidenum">
              <a:rPr lang="fr-FR" smtClean="0"/>
              <a:t>26</a:t>
            </a:fld>
            <a:endParaRPr lang="fr-FR"/>
          </a:p>
        </p:txBody>
      </p:sp>
    </p:spTree>
    <p:extLst>
      <p:ext uri="{BB962C8B-B14F-4D97-AF65-F5344CB8AC3E}">
        <p14:creationId xmlns:p14="http://schemas.microsoft.com/office/powerpoint/2010/main" val="4105245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A3F9-66B3-02FF-F2FC-407065D395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A494FEC-E8DB-59F9-BCB4-64C3D81544A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D5DB23B-1410-1B33-B99E-1405FDAF74B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D527DDC-9CE5-A4B4-3CF7-03BACF1617B4}"/>
              </a:ext>
            </a:extLst>
          </p:cNvPr>
          <p:cNvSpPr>
            <a:spLocks noGrp="1"/>
          </p:cNvSpPr>
          <p:nvPr>
            <p:ph type="sldNum" sz="quarter" idx="5"/>
          </p:nvPr>
        </p:nvSpPr>
        <p:spPr/>
        <p:txBody>
          <a:bodyPr/>
          <a:lstStyle/>
          <a:p>
            <a:fld id="{54B4EF10-39DE-4EB0-8108-7C1C098118A8}" type="slidenum">
              <a:rPr lang="fr-FR" smtClean="0"/>
              <a:t>27</a:t>
            </a:fld>
            <a:endParaRPr lang="fr-FR"/>
          </a:p>
        </p:txBody>
      </p:sp>
    </p:spTree>
    <p:extLst>
      <p:ext uri="{BB962C8B-B14F-4D97-AF65-F5344CB8AC3E}">
        <p14:creationId xmlns:p14="http://schemas.microsoft.com/office/powerpoint/2010/main" val="3517362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22E6E-6546-24FA-18DD-4179B68FF0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8B8D936-02F3-138D-9A43-174A4C03CA6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DF111BD-16DF-D492-2470-E4840A863C2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FC4A6BB-052B-AEC7-2A85-BDA27ACC4A0F}"/>
              </a:ext>
            </a:extLst>
          </p:cNvPr>
          <p:cNvSpPr>
            <a:spLocks noGrp="1"/>
          </p:cNvSpPr>
          <p:nvPr>
            <p:ph type="sldNum" sz="quarter" idx="5"/>
          </p:nvPr>
        </p:nvSpPr>
        <p:spPr/>
        <p:txBody>
          <a:bodyPr/>
          <a:lstStyle/>
          <a:p>
            <a:fld id="{54B4EF10-39DE-4EB0-8108-7C1C098118A8}" type="slidenum">
              <a:rPr lang="fr-FR" smtClean="0"/>
              <a:t>28</a:t>
            </a:fld>
            <a:endParaRPr lang="fr-FR"/>
          </a:p>
        </p:txBody>
      </p:sp>
    </p:spTree>
    <p:extLst>
      <p:ext uri="{BB962C8B-B14F-4D97-AF65-F5344CB8AC3E}">
        <p14:creationId xmlns:p14="http://schemas.microsoft.com/office/powerpoint/2010/main" val="3439055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8C3A7-197E-28F8-8AD0-07A3C9FF44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4D622A-9416-EBA0-1514-AA3556C0506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C02679C-2EE7-76AF-E3CA-6BB8A17288D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87C0729-3D9D-FC6E-4E5C-DFF47F5BE224}"/>
              </a:ext>
            </a:extLst>
          </p:cNvPr>
          <p:cNvSpPr>
            <a:spLocks noGrp="1"/>
          </p:cNvSpPr>
          <p:nvPr>
            <p:ph type="sldNum" sz="quarter" idx="5"/>
          </p:nvPr>
        </p:nvSpPr>
        <p:spPr/>
        <p:txBody>
          <a:bodyPr/>
          <a:lstStyle/>
          <a:p>
            <a:fld id="{54B4EF10-39DE-4EB0-8108-7C1C098118A8}" type="slidenum">
              <a:rPr lang="fr-FR" smtClean="0"/>
              <a:t>29</a:t>
            </a:fld>
            <a:endParaRPr lang="fr-FR"/>
          </a:p>
        </p:txBody>
      </p:sp>
    </p:spTree>
    <p:extLst>
      <p:ext uri="{BB962C8B-B14F-4D97-AF65-F5344CB8AC3E}">
        <p14:creationId xmlns:p14="http://schemas.microsoft.com/office/powerpoint/2010/main" val="11403142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0175D-792F-ADB9-956D-C0661B1F40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102315-8540-9DC4-ED4B-D89A165317C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5D1972-2B54-2CD4-5F4B-4D7A95B56D5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7DEE133-C1E4-0CA8-4BF1-0353289FFDD0}"/>
              </a:ext>
            </a:extLst>
          </p:cNvPr>
          <p:cNvSpPr>
            <a:spLocks noGrp="1"/>
          </p:cNvSpPr>
          <p:nvPr>
            <p:ph type="sldNum" sz="quarter" idx="5"/>
          </p:nvPr>
        </p:nvSpPr>
        <p:spPr/>
        <p:txBody>
          <a:bodyPr/>
          <a:lstStyle/>
          <a:p>
            <a:fld id="{54B4EF10-39DE-4EB0-8108-7C1C098118A8}" type="slidenum">
              <a:rPr lang="fr-FR" smtClean="0"/>
              <a:t>30</a:t>
            </a:fld>
            <a:endParaRPr lang="fr-FR"/>
          </a:p>
        </p:txBody>
      </p:sp>
    </p:spTree>
    <p:extLst>
      <p:ext uri="{BB962C8B-B14F-4D97-AF65-F5344CB8AC3E}">
        <p14:creationId xmlns:p14="http://schemas.microsoft.com/office/powerpoint/2010/main" val="19579134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7BC8-32A0-1F37-E837-86DAD645B4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3D16309-C379-9F9C-EBD9-4AB2240DE79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4EB88B6-F43F-E0E7-71A4-1CA0C2782AA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D8E60B6-6EA1-92E3-DD98-A78C54A7A75C}"/>
              </a:ext>
            </a:extLst>
          </p:cNvPr>
          <p:cNvSpPr>
            <a:spLocks noGrp="1"/>
          </p:cNvSpPr>
          <p:nvPr>
            <p:ph type="sldNum" sz="quarter" idx="5"/>
          </p:nvPr>
        </p:nvSpPr>
        <p:spPr/>
        <p:txBody>
          <a:bodyPr/>
          <a:lstStyle/>
          <a:p>
            <a:fld id="{54B4EF10-39DE-4EB0-8108-7C1C098118A8}" type="slidenum">
              <a:rPr lang="fr-FR" smtClean="0"/>
              <a:t>31</a:t>
            </a:fld>
            <a:endParaRPr lang="fr-FR"/>
          </a:p>
        </p:txBody>
      </p:sp>
    </p:spTree>
    <p:extLst>
      <p:ext uri="{BB962C8B-B14F-4D97-AF65-F5344CB8AC3E}">
        <p14:creationId xmlns:p14="http://schemas.microsoft.com/office/powerpoint/2010/main" val="25708087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03366-0778-9933-D26C-CA83672D1CC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C34659-877E-BA1F-1F0D-1CA3431DE1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05B64DF-22B4-D5B3-B069-4004EC79A9C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BF3ACB6-65E8-783F-5D8A-870538E70964}"/>
              </a:ext>
            </a:extLst>
          </p:cNvPr>
          <p:cNvSpPr>
            <a:spLocks noGrp="1"/>
          </p:cNvSpPr>
          <p:nvPr>
            <p:ph type="sldNum" sz="quarter" idx="5"/>
          </p:nvPr>
        </p:nvSpPr>
        <p:spPr/>
        <p:txBody>
          <a:bodyPr/>
          <a:lstStyle/>
          <a:p>
            <a:fld id="{54B4EF10-39DE-4EB0-8108-7C1C098118A8}" type="slidenum">
              <a:rPr lang="fr-FR" smtClean="0"/>
              <a:t>32</a:t>
            </a:fld>
            <a:endParaRPr lang="fr-FR"/>
          </a:p>
        </p:txBody>
      </p:sp>
    </p:spTree>
    <p:extLst>
      <p:ext uri="{BB962C8B-B14F-4D97-AF65-F5344CB8AC3E}">
        <p14:creationId xmlns:p14="http://schemas.microsoft.com/office/powerpoint/2010/main" val="472350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F69BA-EA91-4CD0-B85D-4AB864D95D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802B5DD-A057-10EC-6C57-1281C02E320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0870729-D346-308E-15F4-2B3317E276F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943D762-8903-D740-D405-6914F3B0CDA0}"/>
              </a:ext>
            </a:extLst>
          </p:cNvPr>
          <p:cNvSpPr>
            <a:spLocks noGrp="1"/>
          </p:cNvSpPr>
          <p:nvPr>
            <p:ph type="sldNum" sz="quarter" idx="5"/>
          </p:nvPr>
        </p:nvSpPr>
        <p:spPr/>
        <p:txBody>
          <a:bodyPr/>
          <a:lstStyle/>
          <a:p>
            <a:fld id="{54B4EF10-39DE-4EB0-8108-7C1C098118A8}" type="slidenum">
              <a:rPr lang="fr-FR" smtClean="0"/>
              <a:t>33</a:t>
            </a:fld>
            <a:endParaRPr lang="fr-FR"/>
          </a:p>
        </p:txBody>
      </p:sp>
    </p:spTree>
    <p:extLst>
      <p:ext uri="{BB962C8B-B14F-4D97-AF65-F5344CB8AC3E}">
        <p14:creationId xmlns:p14="http://schemas.microsoft.com/office/powerpoint/2010/main" val="30867599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E4F89-5C85-A3A6-E481-76451E94D8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F43B1E-7F68-229D-63CB-CB8B5DEDC65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96A6E58-8EEB-6100-1E35-5D68D7B05E8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3F2661B-2AAC-BD9B-77B4-13DCBEAADD73}"/>
              </a:ext>
            </a:extLst>
          </p:cNvPr>
          <p:cNvSpPr>
            <a:spLocks noGrp="1"/>
          </p:cNvSpPr>
          <p:nvPr>
            <p:ph type="sldNum" sz="quarter" idx="5"/>
          </p:nvPr>
        </p:nvSpPr>
        <p:spPr/>
        <p:txBody>
          <a:bodyPr/>
          <a:lstStyle/>
          <a:p>
            <a:fld id="{54B4EF10-39DE-4EB0-8108-7C1C098118A8}" type="slidenum">
              <a:rPr lang="fr-FR" smtClean="0"/>
              <a:t>34</a:t>
            </a:fld>
            <a:endParaRPr lang="fr-FR"/>
          </a:p>
        </p:txBody>
      </p:sp>
    </p:spTree>
    <p:extLst>
      <p:ext uri="{BB962C8B-B14F-4D97-AF65-F5344CB8AC3E}">
        <p14:creationId xmlns:p14="http://schemas.microsoft.com/office/powerpoint/2010/main" val="33384673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CEEAC-9E6A-4028-8050-7FC3093FF1E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BCEDA2-EC55-6599-D010-68BD570FF34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96AC2EA-240A-C6BC-8948-6AC15EBBD6F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E485DCF-0C8C-3B7B-DF92-E4A71EE6A9F9}"/>
              </a:ext>
            </a:extLst>
          </p:cNvPr>
          <p:cNvSpPr>
            <a:spLocks noGrp="1"/>
          </p:cNvSpPr>
          <p:nvPr>
            <p:ph type="sldNum" sz="quarter" idx="5"/>
          </p:nvPr>
        </p:nvSpPr>
        <p:spPr/>
        <p:txBody>
          <a:bodyPr/>
          <a:lstStyle/>
          <a:p>
            <a:fld id="{54B4EF10-39DE-4EB0-8108-7C1C098118A8}" type="slidenum">
              <a:rPr lang="fr-FR" smtClean="0"/>
              <a:t>35</a:t>
            </a:fld>
            <a:endParaRPr lang="fr-FR"/>
          </a:p>
        </p:txBody>
      </p:sp>
    </p:spTree>
    <p:extLst>
      <p:ext uri="{BB962C8B-B14F-4D97-AF65-F5344CB8AC3E}">
        <p14:creationId xmlns:p14="http://schemas.microsoft.com/office/powerpoint/2010/main" val="13634563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D1ECA-5A9B-F18A-260B-FBB20E89B2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FF5EC6F-24E1-2FB3-A775-D189154307B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8FF0B1A-4044-25E8-8842-4C5E494E989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3AAEDA5-4647-A3B0-9276-D89CD5EA9D47}"/>
              </a:ext>
            </a:extLst>
          </p:cNvPr>
          <p:cNvSpPr>
            <a:spLocks noGrp="1"/>
          </p:cNvSpPr>
          <p:nvPr>
            <p:ph type="sldNum" sz="quarter" idx="5"/>
          </p:nvPr>
        </p:nvSpPr>
        <p:spPr/>
        <p:txBody>
          <a:bodyPr/>
          <a:lstStyle/>
          <a:p>
            <a:fld id="{54B4EF10-39DE-4EB0-8108-7C1C098118A8}" type="slidenum">
              <a:rPr lang="fr-FR" smtClean="0"/>
              <a:t>36</a:t>
            </a:fld>
            <a:endParaRPr lang="fr-FR"/>
          </a:p>
        </p:txBody>
      </p:sp>
    </p:spTree>
    <p:extLst>
      <p:ext uri="{BB962C8B-B14F-4D97-AF65-F5344CB8AC3E}">
        <p14:creationId xmlns:p14="http://schemas.microsoft.com/office/powerpoint/2010/main" val="32912569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33C5D-D74A-5688-4784-6928650802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7C0C6A-D208-78B9-DF6A-3608EB02BB8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6CF167C-F0D7-7EB6-C454-9B7D103EA18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61740C3-4B82-F98A-E0F7-527905BFAB5C}"/>
              </a:ext>
            </a:extLst>
          </p:cNvPr>
          <p:cNvSpPr>
            <a:spLocks noGrp="1"/>
          </p:cNvSpPr>
          <p:nvPr>
            <p:ph type="sldNum" sz="quarter" idx="5"/>
          </p:nvPr>
        </p:nvSpPr>
        <p:spPr/>
        <p:txBody>
          <a:bodyPr/>
          <a:lstStyle/>
          <a:p>
            <a:fld id="{54B4EF10-39DE-4EB0-8108-7C1C098118A8}" type="slidenum">
              <a:rPr lang="fr-FR" smtClean="0"/>
              <a:t>37</a:t>
            </a:fld>
            <a:endParaRPr lang="fr-FR"/>
          </a:p>
        </p:txBody>
      </p:sp>
    </p:spTree>
    <p:extLst>
      <p:ext uri="{BB962C8B-B14F-4D97-AF65-F5344CB8AC3E}">
        <p14:creationId xmlns:p14="http://schemas.microsoft.com/office/powerpoint/2010/main" val="22693947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E6388-C696-AE5F-44DF-9B99A4F586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A26987A-057D-0969-26DF-42475E0A86D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04D1BE9-FF44-3952-70F3-73DDC7B151F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E4839CF-34E6-5BEE-4C60-E332C3649046}"/>
              </a:ext>
            </a:extLst>
          </p:cNvPr>
          <p:cNvSpPr>
            <a:spLocks noGrp="1"/>
          </p:cNvSpPr>
          <p:nvPr>
            <p:ph type="sldNum" sz="quarter" idx="5"/>
          </p:nvPr>
        </p:nvSpPr>
        <p:spPr/>
        <p:txBody>
          <a:bodyPr/>
          <a:lstStyle/>
          <a:p>
            <a:fld id="{54B4EF10-39DE-4EB0-8108-7C1C098118A8}" type="slidenum">
              <a:rPr lang="fr-FR" smtClean="0"/>
              <a:t>38</a:t>
            </a:fld>
            <a:endParaRPr lang="fr-FR"/>
          </a:p>
        </p:txBody>
      </p:sp>
    </p:spTree>
    <p:extLst>
      <p:ext uri="{BB962C8B-B14F-4D97-AF65-F5344CB8AC3E}">
        <p14:creationId xmlns:p14="http://schemas.microsoft.com/office/powerpoint/2010/main" val="1545651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B17B4-7380-83A6-BC3C-E2366F63E5D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13DC9DA-65A5-FE31-EFCD-2B8F550A025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FA20A4D-0A28-1A21-7D5E-3C8EBF95C51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FC1DD93-0589-E9B0-7782-1C5FF01DF47C}"/>
              </a:ext>
            </a:extLst>
          </p:cNvPr>
          <p:cNvSpPr>
            <a:spLocks noGrp="1"/>
          </p:cNvSpPr>
          <p:nvPr>
            <p:ph type="sldNum" sz="quarter" idx="5"/>
          </p:nvPr>
        </p:nvSpPr>
        <p:spPr/>
        <p:txBody>
          <a:bodyPr/>
          <a:lstStyle/>
          <a:p>
            <a:fld id="{54B4EF10-39DE-4EB0-8108-7C1C098118A8}" type="slidenum">
              <a:rPr lang="fr-FR" smtClean="0"/>
              <a:t>39</a:t>
            </a:fld>
            <a:endParaRPr lang="fr-FR"/>
          </a:p>
        </p:txBody>
      </p:sp>
    </p:spTree>
    <p:extLst>
      <p:ext uri="{BB962C8B-B14F-4D97-AF65-F5344CB8AC3E}">
        <p14:creationId xmlns:p14="http://schemas.microsoft.com/office/powerpoint/2010/main" val="30393323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03EE2-B0DD-F8A6-F692-08824AD544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CCC064-5B74-66C8-F9D5-2343BD4F4F1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C35F68-DC55-130D-AFDF-A88AFCC487D5}"/>
              </a:ext>
            </a:extLst>
          </p:cNvPr>
          <p:cNvSpPr>
            <a:spLocks noGrp="1"/>
          </p:cNvSpPr>
          <p:nvPr>
            <p:ph type="body" idx="1"/>
          </p:nvPr>
        </p:nvSpPr>
        <p:spPr/>
        <p:txBody>
          <a:bodyPr/>
          <a:lstStyle/>
          <a:p>
            <a:r>
              <a:rPr lang="fr-CH" dirty="0"/>
              <a:t>Use a </a:t>
            </a:r>
            <a:r>
              <a:rPr lang="fr-CH" dirty="0" err="1"/>
              <a:t>HyperNetwork</a:t>
            </a:r>
            <a:r>
              <a:rPr lang="fr-CH" dirty="0"/>
              <a:t> to speed up the </a:t>
            </a:r>
            <a:r>
              <a:rPr lang="fr-CH" dirty="0" err="1"/>
              <a:t>search</a:t>
            </a:r>
            <a:r>
              <a:rPr lang="fr-CH" dirty="0"/>
              <a:t> process by </a:t>
            </a:r>
            <a:r>
              <a:rPr lang="fr-CH" dirty="0" err="1"/>
              <a:t>having</a:t>
            </a:r>
            <a:r>
              <a:rPr lang="fr-CH" dirty="0"/>
              <a:t> a Bi-</a:t>
            </a:r>
            <a:r>
              <a:rPr lang="fr-CH" dirty="0" err="1"/>
              <a:t>Level</a:t>
            </a:r>
            <a:r>
              <a:rPr lang="fr-CH" dirty="0"/>
              <a:t> </a:t>
            </a:r>
            <a:r>
              <a:rPr lang="fr-CH" dirty="0" err="1"/>
              <a:t>Optimization</a:t>
            </a:r>
            <a:r>
              <a:rPr lang="fr-CH" dirty="0"/>
              <a:t> : </a:t>
            </a:r>
          </a:p>
          <a:p>
            <a:endParaRPr lang="fr-CH" dirty="0"/>
          </a:p>
          <a:p>
            <a:r>
              <a:rPr lang="fr-CH" dirty="0"/>
              <a:t>The </a:t>
            </a:r>
            <a:r>
              <a:rPr lang="fr-CH" dirty="0" err="1"/>
              <a:t>core</a:t>
            </a:r>
            <a:r>
              <a:rPr lang="fr-CH" dirty="0"/>
              <a:t> </a:t>
            </a:r>
            <a:r>
              <a:rPr lang="fr-CH" dirty="0" err="1"/>
              <a:t>idea</a:t>
            </a:r>
            <a:r>
              <a:rPr lang="fr-CH" dirty="0"/>
              <a:t> </a:t>
            </a:r>
            <a:r>
              <a:rPr lang="fr-CH" dirty="0" err="1"/>
              <a:t>is</a:t>
            </a:r>
            <a:r>
              <a:rPr lang="fr-CH" dirty="0"/>
              <a:t> : ????????</a:t>
            </a:r>
            <a:endParaRPr lang="fr-FR" dirty="0"/>
          </a:p>
        </p:txBody>
      </p:sp>
      <p:sp>
        <p:nvSpPr>
          <p:cNvPr id="4" name="Espace réservé du numéro de diapositive 3">
            <a:extLst>
              <a:ext uri="{FF2B5EF4-FFF2-40B4-BE49-F238E27FC236}">
                <a16:creationId xmlns:a16="http://schemas.microsoft.com/office/drawing/2014/main" id="{F4E5036D-8A60-0529-9A75-F928F15F5B52}"/>
              </a:ext>
            </a:extLst>
          </p:cNvPr>
          <p:cNvSpPr>
            <a:spLocks noGrp="1"/>
          </p:cNvSpPr>
          <p:nvPr>
            <p:ph type="sldNum" sz="quarter" idx="5"/>
          </p:nvPr>
        </p:nvSpPr>
        <p:spPr/>
        <p:txBody>
          <a:bodyPr/>
          <a:lstStyle/>
          <a:p>
            <a:fld id="{54B4EF10-39DE-4EB0-8108-7C1C098118A8}" type="slidenum">
              <a:rPr lang="fr-FR" smtClean="0"/>
              <a:t>40</a:t>
            </a:fld>
            <a:endParaRPr lang="fr-FR"/>
          </a:p>
        </p:txBody>
      </p:sp>
    </p:spTree>
    <p:extLst>
      <p:ext uri="{BB962C8B-B14F-4D97-AF65-F5344CB8AC3E}">
        <p14:creationId xmlns:p14="http://schemas.microsoft.com/office/powerpoint/2010/main" val="20309002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D0928-2E82-ABE4-C6F4-7A6B5D9D0F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64841AB-2DBA-D9B8-36E6-45EEC538156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B6EE530-CFE0-482F-E978-EE182233B21E}"/>
              </a:ext>
            </a:extLst>
          </p:cNvPr>
          <p:cNvSpPr>
            <a:spLocks noGrp="1"/>
          </p:cNvSpPr>
          <p:nvPr>
            <p:ph type="body" idx="1"/>
          </p:nvPr>
        </p:nvSpPr>
        <p:spPr/>
        <p:txBody>
          <a:bodyPr/>
          <a:lstStyle/>
          <a:p>
            <a:r>
              <a:rPr lang="fr-CH" dirty="0"/>
              <a:t>Use a </a:t>
            </a:r>
            <a:r>
              <a:rPr lang="fr-CH" dirty="0" err="1"/>
              <a:t>HyperNetwork</a:t>
            </a:r>
            <a:r>
              <a:rPr lang="fr-CH" dirty="0"/>
              <a:t> to speed up the </a:t>
            </a:r>
            <a:r>
              <a:rPr lang="fr-CH" dirty="0" err="1"/>
              <a:t>search</a:t>
            </a:r>
            <a:r>
              <a:rPr lang="fr-CH" dirty="0"/>
              <a:t> process by </a:t>
            </a:r>
            <a:r>
              <a:rPr lang="fr-CH" dirty="0" err="1"/>
              <a:t>having</a:t>
            </a:r>
            <a:r>
              <a:rPr lang="fr-CH" dirty="0"/>
              <a:t> a Bi-</a:t>
            </a:r>
            <a:r>
              <a:rPr lang="fr-CH" dirty="0" err="1"/>
              <a:t>Level</a:t>
            </a:r>
            <a:r>
              <a:rPr lang="fr-CH" dirty="0"/>
              <a:t> </a:t>
            </a:r>
            <a:r>
              <a:rPr lang="fr-CH" dirty="0" err="1"/>
              <a:t>Optimization</a:t>
            </a:r>
            <a:r>
              <a:rPr lang="fr-CH" dirty="0"/>
              <a:t> : </a:t>
            </a:r>
          </a:p>
          <a:p>
            <a:endParaRPr lang="fr-CH" dirty="0"/>
          </a:p>
          <a:p>
            <a:r>
              <a:rPr lang="fr-CH" dirty="0"/>
              <a:t>The </a:t>
            </a:r>
            <a:r>
              <a:rPr lang="fr-CH" dirty="0" err="1"/>
              <a:t>core</a:t>
            </a:r>
            <a:r>
              <a:rPr lang="fr-CH" dirty="0"/>
              <a:t> </a:t>
            </a:r>
            <a:r>
              <a:rPr lang="fr-CH" dirty="0" err="1"/>
              <a:t>idea</a:t>
            </a:r>
            <a:r>
              <a:rPr lang="fr-CH" dirty="0"/>
              <a:t> </a:t>
            </a:r>
            <a:r>
              <a:rPr lang="fr-CH" dirty="0" err="1"/>
              <a:t>is</a:t>
            </a:r>
            <a:r>
              <a:rPr lang="fr-CH" dirty="0"/>
              <a:t> : ????????</a:t>
            </a:r>
            <a:endParaRPr lang="fr-FR" dirty="0"/>
          </a:p>
        </p:txBody>
      </p:sp>
      <p:sp>
        <p:nvSpPr>
          <p:cNvPr id="4" name="Espace réservé du numéro de diapositive 3">
            <a:extLst>
              <a:ext uri="{FF2B5EF4-FFF2-40B4-BE49-F238E27FC236}">
                <a16:creationId xmlns:a16="http://schemas.microsoft.com/office/drawing/2014/main" id="{C71BD6BB-8447-D6F9-A718-BC03B27A5BB6}"/>
              </a:ext>
            </a:extLst>
          </p:cNvPr>
          <p:cNvSpPr>
            <a:spLocks noGrp="1"/>
          </p:cNvSpPr>
          <p:nvPr>
            <p:ph type="sldNum" sz="quarter" idx="5"/>
          </p:nvPr>
        </p:nvSpPr>
        <p:spPr/>
        <p:txBody>
          <a:bodyPr/>
          <a:lstStyle/>
          <a:p>
            <a:fld id="{54B4EF10-39DE-4EB0-8108-7C1C098118A8}" type="slidenum">
              <a:rPr lang="fr-FR" smtClean="0"/>
              <a:t>41</a:t>
            </a:fld>
            <a:endParaRPr lang="fr-FR"/>
          </a:p>
        </p:txBody>
      </p:sp>
    </p:spTree>
    <p:extLst>
      <p:ext uri="{BB962C8B-B14F-4D97-AF65-F5344CB8AC3E}">
        <p14:creationId xmlns:p14="http://schemas.microsoft.com/office/powerpoint/2010/main" val="3759732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A5508-979C-494F-A46D-D068B31C30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21EA334-46FD-8CE6-83F0-3633CB358C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ADFED76-6034-0857-C564-7EF32E2A361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12F8794-6D95-3ADD-2529-DEE87ECF9112}"/>
              </a:ext>
            </a:extLst>
          </p:cNvPr>
          <p:cNvSpPr>
            <a:spLocks noGrp="1"/>
          </p:cNvSpPr>
          <p:nvPr>
            <p:ph type="sldNum" sz="quarter" idx="5"/>
          </p:nvPr>
        </p:nvSpPr>
        <p:spPr/>
        <p:txBody>
          <a:bodyPr/>
          <a:lstStyle/>
          <a:p>
            <a:fld id="{54B4EF10-39DE-4EB0-8108-7C1C098118A8}" type="slidenum">
              <a:rPr lang="fr-FR" smtClean="0"/>
              <a:t>42</a:t>
            </a:fld>
            <a:endParaRPr lang="fr-FR"/>
          </a:p>
        </p:txBody>
      </p:sp>
    </p:spTree>
    <p:extLst>
      <p:ext uri="{BB962C8B-B14F-4D97-AF65-F5344CB8AC3E}">
        <p14:creationId xmlns:p14="http://schemas.microsoft.com/office/powerpoint/2010/main" val="39977672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6746E-6DC0-DBE6-6490-6DEE17B64C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97BC87-94F7-A33A-0D00-ECA39B6D12A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354DD3-2D60-E2FD-2911-67B6E919AF6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2BD6BA3-5006-D54F-CECD-6E0AE40AF3D8}"/>
              </a:ext>
            </a:extLst>
          </p:cNvPr>
          <p:cNvSpPr>
            <a:spLocks noGrp="1"/>
          </p:cNvSpPr>
          <p:nvPr>
            <p:ph type="sldNum" sz="quarter" idx="5"/>
          </p:nvPr>
        </p:nvSpPr>
        <p:spPr/>
        <p:txBody>
          <a:bodyPr/>
          <a:lstStyle/>
          <a:p>
            <a:fld id="{54B4EF10-39DE-4EB0-8108-7C1C098118A8}" type="slidenum">
              <a:rPr lang="fr-FR" smtClean="0"/>
              <a:t>43</a:t>
            </a:fld>
            <a:endParaRPr lang="fr-FR"/>
          </a:p>
        </p:txBody>
      </p:sp>
    </p:spTree>
    <p:extLst>
      <p:ext uri="{BB962C8B-B14F-4D97-AF65-F5344CB8AC3E}">
        <p14:creationId xmlns:p14="http://schemas.microsoft.com/office/powerpoint/2010/main" val="10340579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lgn="just">
              <a:buFont typeface="Arial" panose="020B0604020202020204" pitchFamily="34" charset="0"/>
              <a:buNone/>
            </a:pPr>
            <a:r>
              <a:rPr lang="fr-FR" dirty="0" err="1"/>
              <a:t>We</a:t>
            </a:r>
            <a:r>
              <a:rPr lang="fr-FR" dirty="0"/>
              <a:t> relax the </a:t>
            </a:r>
            <a:r>
              <a:rPr lang="fr-FR" dirty="0" err="1"/>
              <a:t>choice</a:t>
            </a:r>
            <a:r>
              <a:rPr lang="fr-FR" dirty="0"/>
              <a:t> of </a:t>
            </a:r>
            <a:r>
              <a:rPr lang="fr-FR" dirty="0" err="1"/>
              <a:t>operations</a:t>
            </a:r>
            <a:r>
              <a:rPr lang="fr-FR" dirty="0"/>
              <a:t> to a </a:t>
            </a:r>
            <a:r>
              <a:rPr lang="fr-FR" dirty="0" err="1"/>
              <a:t>smooth</a:t>
            </a:r>
            <a:r>
              <a:rPr lang="fr-FR" dirty="0"/>
              <a:t>, </a:t>
            </a:r>
            <a:r>
              <a:rPr lang="fr-FR" dirty="0" err="1"/>
              <a:t>continuous</a:t>
            </a:r>
            <a:r>
              <a:rPr lang="fr-FR" dirty="0"/>
              <a:t> mixture : </a:t>
            </a:r>
          </a:p>
          <a:p>
            <a:pPr marL="0" indent="0" algn="just">
              <a:buFont typeface="Arial" panose="020B0604020202020204" pitchFamily="34" charset="0"/>
              <a:buNone/>
            </a:pPr>
            <a:endParaRPr lang="fr-FR" dirty="0"/>
          </a:p>
          <a:p>
            <a:pPr marL="0" indent="0" algn="just">
              <a:buFont typeface="Arial" panose="020B0604020202020204" pitchFamily="34" charset="0"/>
              <a:buNone/>
            </a:pPr>
            <a:r>
              <a:rPr lang="fr-FR" dirty="0" err="1"/>
              <a:t>Instead</a:t>
            </a:r>
            <a:r>
              <a:rPr lang="fr-FR" dirty="0"/>
              <a:t> of </a:t>
            </a:r>
            <a:r>
              <a:rPr lang="fr-FR" dirty="0" err="1"/>
              <a:t>selecting</a:t>
            </a:r>
            <a:r>
              <a:rPr lang="fr-FR" dirty="0"/>
              <a:t> </a:t>
            </a:r>
            <a:r>
              <a:rPr lang="fr-FR" dirty="0" err="1"/>
              <a:t>exactly</a:t>
            </a:r>
            <a:r>
              <a:rPr lang="fr-FR" dirty="0"/>
              <a:t> one </a:t>
            </a:r>
            <a:r>
              <a:rPr lang="fr-FR" dirty="0" err="1"/>
              <a:t>operation</a:t>
            </a:r>
            <a:r>
              <a:rPr lang="fr-FR" dirty="0"/>
              <a:t> </a:t>
            </a:r>
            <a:r>
              <a:rPr lang="fr-FR" dirty="0" err="1"/>
              <a:t>from</a:t>
            </a:r>
            <a:r>
              <a:rPr lang="fr-FR" dirty="0"/>
              <a:t> the set O, </a:t>
            </a:r>
            <a:r>
              <a:rPr lang="fr-FR" dirty="0" err="1"/>
              <a:t>each</a:t>
            </a:r>
            <a:r>
              <a:rPr lang="fr-FR" dirty="0"/>
              <a:t> </a:t>
            </a:r>
            <a:r>
              <a:rPr lang="fr-FR" dirty="0" err="1"/>
              <a:t>edge</a:t>
            </a:r>
            <a:r>
              <a:rPr lang="fr-FR" dirty="0"/>
              <a:t> (</a:t>
            </a:r>
            <a:r>
              <a:rPr lang="fr-FR" dirty="0" err="1"/>
              <a:t>i,j</a:t>
            </a:r>
            <a:r>
              <a:rPr lang="fr-FR" dirty="0"/>
              <a:t>) </a:t>
            </a:r>
            <a:r>
              <a:rPr lang="fr-FR" dirty="0" err="1"/>
              <a:t>now</a:t>
            </a:r>
            <a:r>
              <a:rPr lang="fr-FR" dirty="0"/>
              <a:t> </a:t>
            </a:r>
            <a:r>
              <a:rPr lang="fr-FR" dirty="0" err="1"/>
              <a:t>considers</a:t>
            </a:r>
            <a:r>
              <a:rPr lang="fr-FR" dirty="0"/>
              <a:t> all </a:t>
            </a:r>
            <a:r>
              <a:rPr lang="fr-FR" dirty="0" err="1"/>
              <a:t>operations</a:t>
            </a:r>
            <a:r>
              <a:rPr lang="fr-FR" dirty="0"/>
              <a:t> </a:t>
            </a:r>
            <a:r>
              <a:rPr lang="fr-FR" dirty="0" err="1"/>
              <a:t>simultaneously</a:t>
            </a:r>
            <a:r>
              <a:rPr lang="fr-FR" dirty="0"/>
              <a:t>, </a:t>
            </a:r>
            <a:r>
              <a:rPr lang="fr-FR" dirty="0" err="1"/>
              <a:t>weighted</a:t>
            </a:r>
            <a:r>
              <a:rPr lang="fr-FR" dirty="0"/>
              <a:t> by real-</a:t>
            </a:r>
            <a:r>
              <a:rPr lang="fr-FR" dirty="0" err="1"/>
              <a:t>valued</a:t>
            </a:r>
            <a:r>
              <a:rPr lang="fr-FR" dirty="0"/>
              <a:t> </a:t>
            </a:r>
            <a:r>
              <a:rPr lang="fr-FR" dirty="0" err="1"/>
              <a:t>parameters</a:t>
            </a:r>
            <a:r>
              <a:rPr lang="fr-FR" dirty="0"/>
              <a:t> (</a:t>
            </a:r>
            <a:r>
              <a:rPr lang="fr-FR" dirty="0" err="1"/>
              <a:t>logits</a:t>
            </a:r>
            <a:r>
              <a:rPr lang="fr-FR" dirty="0"/>
              <a:t>)</a:t>
            </a:r>
          </a:p>
          <a:p>
            <a:pPr marL="0" indent="0" algn="just">
              <a:buFont typeface="Arial" panose="020B0604020202020204" pitchFamily="34" charset="0"/>
              <a:buNone/>
            </a:pPr>
            <a:endParaRPr lang="fr-FR" dirty="0"/>
          </a:p>
          <a:p>
            <a:pPr marL="0" indent="0" algn="just">
              <a:buFont typeface="Arial" panose="020B0604020202020204" pitchFamily="34" charset="0"/>
              <a:buNone/>
            </a:pPr>
            <a:r>
              <a:rPr lang="fr-FR" dirty="0" err="1"/>
              <a:t>Softmax</a:t>
            </a:r>
            <a:r>
              <a:rPr lang="fr-FR" dirty="0"/>
              <a:t> </a:t>
            </a:r>
            <a:r>
              <a:rPr lang="fr-FR" dirty="0" err="1"/>
              <a:t>provide</a:t>
            </a:r>
            <a:r>
              <a:rPr lang="fr-FR" dirty="0"/>
              <a:t> a </a:t>
            </a:r>
            <a:r>
              <a:rPr lang="fr-FR" dirty="0" err="1"/>
              <a:t>nice</a:t>
            </a:r>
            <a:r>
              <a:rPr lang="fr-FR" dirty="0"/>
              <a:t> relaxation :  </a:t>
            </a:r>
            <a:r>
              <a:rPr lang="fr-FR" dirty="0" err="1"/>
              <a:t>it’s</a:t>
            </a:r>
            <a:r>
              <a:rPr lang="fr-FR" dirty="0"/>
              <a:t> positive and </a:t>
            </a:r>
            <a:r>
              <a:rPr lang="fr-FR" dirty="0" err="1"/>
              <a:t>sums</a:t>
            </a:r>
            <a:r>
              <a:rPr lang="fr-FR" dirty="0"/>
              <a:t> up to 1</a:t>
            </a:r>
          </a:p>
          <a:p>
            <a:pPr marL="0" indent="0" algn="just">
              <a:buFont typeface="Arial" panose="020B0604020202020204" pitchFamily="34" charset="0"/>
              <a:buNone/>
            </a:pPr>
            <a:r>
              <a:rPr lang="fr-FR" dirty="0" err="1"/>
              <a:t>We</a:t>
            </a:r>
            <a:r>
              <a:rPr lang="fr-FR" dirty="0"/>
              <a:t> can </a:t>
            </a:r>
            <a:r>
              <a:rPr lang="fr-FR" dirty="0" err="1"/>
              <a:t>think</a:t>
            </a:r>
            <a:r>
              <a:rPr lang="fr-FR" dirty="0"/>
              <a:t> about </a:t>
            </a:r>
            <a:r>
              <a:rPr lang="fr-FR" dirty="0" err="1"/>
              <a:t>it</a:t>
            </a:r>
            <a:r>
              <a:rPr lang="fr-FR" dirty="0"/>
              <a:t> as the </a:t>
            </a:r>
            <a:r>
              <a:rPr lang="fr-FR" dirty="0" err="1"/>
              <a:t>probability</a:t>
            </a:r>
            <a:r>
              <a:rPr lang="fr-FR" dirty="0"/>
              <a:t> </a:t>
            </a:r>
            <a:r>
              <a:rPr lang="fr-FR" dirty="0" err="1"/>
              <a:t>that</a:t>
            </a:r>
            <a:r>
              <a:rPr lang="fr-FR" dirty="0"/>
              <a:t> </a:t>
            </a:r>
            <a:r>
              <a:rPr lang="fr-FR" dirty="0" err="1"/>
              <a:t>we</a:t>
            </a:r>
            <a:r>
              <a:rPr lang="fr-FR" dirty="0"/>
              <a:t> </a:t>
            </a:r>
            <a:r>
              <a:rPr lang="fr-FR" dirty="0" err="1"/>
              <a:t>assign</a:t>
            </a:r>
            <a:r>
              <a:rPr lang="fr-FR" dirty="0"/>
              <a:t> one </a:t>
            </a:r>
            <a:r>
              <a:rPr lang="fr-FR" dirty="0" err="1"/>
              <a:t>given</a:t>
            </a:r>
            <a:r>
              <a:rPr lang="fr-FR" dirty="0"/>
              <a:t> </a:t>
            </a:r>
            <a:r>
              <a:rPr lang="fr-FR" dirty="0" err="1"/>
              <a:t>operation</a:t>
            </a:r>
            <a:r>
              <a:rPr lang="fr-FR" dirty="0"/>
              <a:t> to a </a:t>
            </a:r>
            <a:r>
              <a:rPr lang="fr-FR" dirty="0" err="1"/>
              <a:t>specific</a:t>
            </a:r>
            <a:r>
              <a:rPr lang="fr-FR" dirty="0"/>
              <a:t> </a:t>
            </a:r>
            <a:r>
              <a:rPr lang="fr-FR" dirty="0" err="1"/>
              <a:t>edge</a:t>
            </a:r>
            <a:r>
              <a:rPr lang="fr-FR" dirty="0"/>
              <a:t>.</a:t>
            </a:r>
          </a:p>
        </p:txBody>
      </p:sp>
      <p:sp>
        <p:nvSpPr>
          <p:cNvPr id="4" name="Espace réservé du numéro de diapositive 3"/>
          <p:cNvSpPr>
            <a:spLocks noGrp="1"/>
          </p:cNvSpPr>
          <p:nvPr>
            <p:ph type="sldNum" sz="quarter" idx="5"/>
          </p:nvPr>
        </p:nvSpPr>
        <p:spPr/>
        <p:txBody>
          <a:bodyPr/>
          <a:lstStyle/>
          <a:p>
            <a:fld id="{2C41B5CA-6B96-44D6-B456-B124FDBE194E}" type="slidenum">
              <a:t>46</a:t>
            </a:fld>
            <a:endParaRPr lang="fr-FR"/>
          </a:p>
        </p:txBody>
      </p:sp>
    </p:spTree>
    <p:extLst>
      <p:ext uri="{BB962C8B-B14F-4D97-AF65-F5344CB8AC3E}">
        <p14:creationId xmlns:p14="http://schemas.microsoft.com/office/powerpoint/2010/main" val="20997643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B7001-D8AA-A6A8-9433-5F5902196D2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21F18C1-0442-EED1-98C4-EAC9ED8E925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26838E6-B897-554C-1BCA-79BCC187D8E6}"/>
              </a:ext>
            </a:extLst>
          </p:cNvPr>
          <p:cNvSpPr>
            <a:spLocks noGrp="1"/>
          </p:cNvSpPr>
          <p:nvPr>
            <p:ph type="body" idx="1"/>
          </p:nvPr>
        </p:nvSpPr>
        <p:spPr/>
        <p:txBody>
          <a:bodyPr/>
          <a:lstStyle/>
          <a:p>
            <a:pPr marL="0" indent="0" algn="just">
              <a:buFont typeface="Arial" panose="020B0604020202020204" pitchFamily="34" charset="0"/>
              <a:buNone/>
            </a:pPr>
            <a:r>
              <a:rPr lang="fr-FR" dirty="0" err="1"/>
              <a:t>We</a:t>
            </a:r>
            <a:r>
              <a:rPr lang="fr-FR" dirty="0"/>
              <a:t> relax the </a:t>
            </a:r>
            <a:r>
              <a:rPr lang="fr-FR" dirty="0" err="1"/>
              <a:t>choice</a:t>
            </a:r>
            <a:r>
              <a:rPr lang="fr-FR" dirty="0"/>
              <a:t> of </a:t>
            </a:r>
            <a:r>
              <a:rPr lang="fr-FR" dirty="0" err="1"/>
              <a:t>operations</a:t>
            </a:r>
            <a:r>
              <a:rPr lang="fr-FR" dirty="0"/>
              <a:t> to a </a:t>
            </a:r>
            <a:r>
              <a:rPr lang="fr-FR" dirty="0" err="1"/>
              <a:t>smooth</a:t>
            </a:r>
            <a:r>
              <a:rPr lang="fr-FR" dirty="0"/>
              <a:t>, </a:t>
            </a:r>
            <a:r>
              <a:rPr lang="fr-FR" dirty="0" err="1"/>
              <a:t>continuous</a:t>
            </a:r>
            <a:r>
              <a:rPr lang="fr-FR" dirty="0"/>
              <a:t> mixture : </a:t>
            </a:r>
          </a:p>
          <a:p>
            <a:pPr marL="0" indent="0" algn="just">
              <a:buFont typeface="Arial" panose="020B0604020202020204" pitchFamily="34" charset="0"/>
              <a:buNone/>
            </a:pPr>
            <a:endParaRPr lang="fr-FR" dirty="0"/>
          </a:p>
          <a:p>
            <a:pPr marL="0" indent="0" algn="just">
              <a:buFont typeface="Arial" panose="020B0604020202020204" pitchFamily="34" charset="0"/>
              <a:buNone/>
            </a:pPr>
            <a:r>
              <a:rPr lang="fr-FR" dirty="0" err="1"/>
              <a:t>Instead</a:t>
            </a:r>
            <a:r>
              <a:rPr lang="fr-FR" dirty="0"/>
              <a:t> of </a:t>
            </a:r>
            <a:r>
              <a:rPr lang="fr-FR" dirty="0" err="1"/>
              <a:t>selecting</a:t>
            </a:r>
            <a:r>
              <a:rPr lang="fr-FR" dirty="0"/>
              <a:t> </a:t>
            </a:r>
            <a:r>
              <a:rPr lang="fr-FR" dirty="0" err="1"/>
              <a:t>exactly</a:t>
            </a:r>
            <a:r>
              <a:rPr lang="fr-FR" dirty="0"/>
              <a:t> one </a:t>
            </a:r>
            <a:r>
              <a:rPr lang="fr-FR" dirty="0" err="1"/>
              <a:t>operation</a:t>
            </a:r>
            <a:r>
              <a:rPr lang="fr-FR" dirty="0"/>
              <a:t> </a:t>
            </a:r>
            <a:r>
              <a:rPr lang="fr-FR" dirty="0" err="1"/>
              <a:t>from</a:t>
            </a:r>
            <a:r>
              <a:rPr lang="fr-FR" dirty="0"/>
              <a:t> the set O, </a:t>
            </a:r>
            <a:r>
              <a:rPr lang="fr-FR" dirty="0" err="1"/>
              <a:t>each</a:t>
            </a:r>
            <a:r>
              <a:rPr lang="fr-FR" dirty="0"/>
              <a:t> </a:t>
            </a:r>
            <a:r>
              <a:rPr lang="fr-FR" dirty="0" err="1"/>
              <a:t>edge</a:t>
            </a:r>
            <a:r>
              <a:rPr lang="fr-FR" dirty="0"/>
              <a:t> (</a:t>
            </a:r>
            <a:r>
              <a:rPr lang="fr-FR" dirty="0" err="1"/>
              <a:t>i,j</a:t>
            </a:r>
            <a:r>
              <a:rPr lang="fr-FR" dirty="0"/>
              <a:t>) </a:t>
            </a:r>
            <a:r>
              <a:rPr lang="fr-FR" dirty="0" err="1"/>
              <a:t>now</a:t>
            </a:r>
            <a:r>
              <a:rPr lang="fr-FR" dirty="0"/>
              <a:t> </a:t>
            </a:r>
            <a:r>
              <a:rPr lang="fr-FR" dirty="0" err="1"/>
              <a:t>considers</a:t>
            </a:r>
            <a:r>
              <a:rPr lang="fr-FR" dirty="0"/>
              <a:t> all </a:t>
            </a:r>
            <a:r>
              <a:rPr lang="fr-FR" dirty="0" err="1"/>
              <a:t>operations</a:t>
            </a:r>
            <a:r>
              <a:rPr lang="fr-FR" dirty="0"/>
              <a:t> </a:t>
            </a:r>
            <a:r>
              <a:rPr lang="fr-FR" dirty="0" err="1"/>
              <a:t>simultaneously</a:t>
            </a:r>
            <a:r>
              <a:rPr lang="fr-FR" dirty="0"/>
              <a:t>, </a:t>
            </a:r>
            <a:r>
              <a:rPr lang="fr-FR" dirty="0" err="1"/>
              <a:t>weighted</a:t>
            </a:r>
            <a:r>
              <a:rPr lang="fr-FR" dirty="0"/>
              <a:t> by real-</a:t>
            </a:r>
            <a:r>
              <a:rPr lang="fr-FR" dirty="0" err="1"/>
              <a:t>valued</a:t>
            </a:r>
            <a:r>
              <a:rPr lang="fr-FR" dirty="0"/>
              <a:t> </a:t>
            </a:r>
            <a:r>
              <a:rPr lang="fr-FR" dirty="0" err="1"/>
              <a:t>parameters</a:t>
            </a:r>
            <a:r>
              <a:rPr lang="fr-FR" dirty="0"/>
              <a:t> (</a:t>
            </a:r>
            <a:r>
              <a:rPr lang="fr-FR" dirty="0" err="1"/>
              <a:t>logits</a:t>
            </a:r>
            <a:r>
              <a:rPr lang="fr-FR" dirty="0"/>
              <a:t>)</a:t>
            </a:r>
          </a:p>
          <a:p>
            <a:pPr marL="0" indent="0" algn="just">
              <a:buFont typeface="Arial" panose="020B0604020202020204" pitchFamily="34" charset="0"/>
              <a:buNone/>
            </a:pPr>
            <a:endParaRPr lang="fr-FR" dirty="0"/>
          </a:p>
          <a:p>
            <a:pPr marL="0" indent="0" algn="just">
              <a:buFont typeface="Arial" panose="020B0604020202020204" pitchFamily="34" charset="0"/>
              <a:buNone/>
            </a:pPr>
            <a:r>
              <a:rPr lang="fr-FR" dirty="0" err="1"/>
              <a:t>Softmax</a:t>
            </a:r>
            <a:r>
              <a:rPr lang="fr-FR" dirty="0"/>
              <a:t> </a:t>
            </a:r>
            <a:r>
              <a:rPr lang="fr-FR" dirty="0" err="1"/>
              <a:t>provide</a:t>
            </a:r>
            <a:r>
              <a:rPr lang="fr-FR" dirty="0"/>
              <a:t> a </a:t>
            </a:r>
            <a:r>
              <a:rPr lang="fr-FR" dirty="0" err="1"/>
              <a:t>nice</a:t>
            </a:r>
            <a:r>
              <a:rPr lang="fr-FR" dirty="0"/>
              <a:t> relaxation :  </a:t>
            </a:r>
            <a:r>
              <a:rPr lang="fr-FR" dirty="0" err="1"/>
              <a:t>it’s</a:t>
            </a:r>
            <a:r>
              <a:rPr lang="fr-FR" dirty="0"/>
              <a:t> positive and </a:t>
            </a:r>
            <a:r>
              <a:rPr lang="fr-FR" dirty="0" err="1"/>
              <a:t>sums</a:t>
            </a:r>
            <a:r>
              <a:rPr lang="fr-FR" dirty="0"/>
              <a:t> up to 1</a:t>
            </a:r>
          </a:p>
          <a:p>
            <a:pPr marL="0" indent="0" algn="just">
              <a:buFont typeface="Arial" panose="020B0604020202020204" pitchFamily="34" charset="0"/>
              <a:buNone/>
            </a:pPr>
            <a:r>
              <a:rPr lang="fr-FR" dirty="0" err="1"/>
              <a:t>We</a:t>
            </a:r>
            <a:r>
              <a:rPr lang="fr-FR" dirty="0"/>
              <a:t> can </a:t>
            </a:r>
            <a:r>
              <a:rPr lang="fr-FR" dirty="0" err="1"/>
              <a:t>think</a:t>
            </a:r>
            <a:r>
              <a:rPr lang="fr-FR" dirty="0"/>
              <a:t> about </a:t>
            </a:r>
            <a:r>
              <a:rPr lang="fr-FR" dirty="0" err="1"/>
              <a:t>it</a:t>
            </a:r>
            <a:r>
              <a:rPr lang="fr-FR" dirty="0"/>
              <a:t> as the </a:t>
            </a:r>
            <a:r>
              <a:rPr lang="fr-FR" dirty="0" err="1"/>
              <a:t>probability</a:t>
            </a:r>
            <a:r>
              <a:rPr lang="fr-FR" dirty="0"/>
              <a:t> </a:t>
            </a:r>
            <a:r>
              <a:rPr lang="fr-FR" dirty="0" err="1"/>
              <a:t>that</a:t>
            </a:r>
            <a:r>
              <a:rPr lang="fr-FR" dirty="0"/>
              <a:t> </a:t>
            </a:r>
            <a:r>
              <a:rPr lang="fr-FR" dirty="0" err="1"/>
              <a:t>we</a:t>
            </a:r>
            <a:r>
              <a:rPr lang="fr-FR" dirty="0"/>
              <a:t> </a:t>
            </a:r>
            <a:r>
              <a:rPr lang="fr-FR" dirty="0" err="1"/>
              <a:t>assign</a:t>
            </a:r>
            <a:r>
              <a:rPr lang="fr-FR" dirty="0"/>
              <a:t> one </a:t>
            </a:r>
            <a:r>
              <a:rPr lang="fr-FR" dirty="0" err="1"/>
              <a:t>given</a:t>
            </a:r>
            <a:r>
              <a:rPr lang="fr-FR" dirty="0"/>
              <a:t> </a:t>
            </a:r>
            <a:r>
              <a:rPr lang="fr-FR" dirty="0" err="1"/>
              <a:t>operation</a:t>
            </a:r>
            <a:r>
              <a:rPr lang="fr-FR" dirty="0"/>
              <a:t> to a </a:t>
            </a:r>
            <a:r>
              <a:rPr lang="fr-FR" dirty="0" err="1"/>
              <a:t>specific</a:t>
            </a:r>
            <a:r>
              <a:rPr lang="fr-FR" dirty="0"/>
              <a:t> </a:t>
            </a:r>
            <a:r>
              <a:rPr lang="fr-FR" dirty="0" err="1"/>
              <a:t>edge</a:t>
            </a:r>
            <a:r>
              <a:rPr lang="fr-FR" dirty="0"/>
              <a:t>.</a:t>
            </a:r>
          </a:p>
        </p:txBody>
      </p:sp>
      <p:sp>
        <p:nvSpPr>
          <p:cNvPr id="4" name="Espace réservé du numéro de diapositive 3">
            <a:extLst>
              <a:ext uri="{FF2B5EF4-FFF2-40B4-BE49-F238E27FC236}">
                <a16:creationId xmlns:a16="http://schemas.microsoft.com/office/drawing/2014/main" id="{C329E3A9-767B-01F0-AF62-5F1C343A84AB}"/>
              </a:ext>
            </a:extLst>
          </p:cNvPr>
          <p:cNvSpPr>
            <a:spLocks noGrp="1"/>
          </p:cNvSpPr>
          <p:nvPr>
            <p:ph type="sldNum" sz="quarter" idx="5"/>
          </p:nvPr>
        </p:nvSpPr>
        <p:spPr/>
        <p:txBody>
          <a:bodyPr/>
          <a:lstStyle/>
          <a:p>
            <a:fld id="{2C41B5CA-6B96-44D6-B456-B124FDBE194E}" type="slidenum">
              <a:t>47</a:t>
            </a:fld>
            <a:endParaRPr lang="fr-FR"/>
          </a:p>
        </p:txBody>
      </p:sp>
    </p:spTree>
    <p:extLst>
      <p:ext uri="{BB962C8B-B14F-4D97-AF65-F5344CB8AC3E}">
        <p14:creationId xmlns:p14="http://schemas.microsoft.com/office/powerpoint/2010/main" val="1180243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Layouts/_rels/slideLayout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présentation 1">
    <p:bg>
      <p:bgRef idx="1001">
        <a:schemeClr val="bg2"/>
      </p:bgRef>
    </p:bg>
    <p:spTree>
      <p:nvGrpSpPr>
        <p:cNvPr id="1" name=""/>
        <p:cNvGrpSpPr/>
        <p:nvPr/>
      </p:nvGrpSpPr>
      <p:grpSpPr>
        <a:xfrm>
          <a:off x="0" y="0"/>
          <a:ext cx="0" cy="0"/>
          <a:chOff x="0" y="0"/>
          <a:chExt cx="0" cy="0"/>
        </a:xfrm>
      </p:grpSpPr>
      <p:sp>
        <p:nvSpPr>
          <p:cNvPr id="4" name="Espace réservé du titre 1">
            <a:extLst>
              <a:ext uri="{FF2B5EF4-FFF2-40B4-BE49-F238E27FC236}">
                <a16:creationId xmlns:a16="http://schemas.microsoft.com/office/drawing/2014/main" id="{E7D87A47-D704-75DE-6B0A-204A8551FF3C}"/>
              </a:ext>
            </a:extLst>
          </p:cNvPr>
          <p:cNvSpPr>
            <a:spLocks noGrp="1"/>
          </p:cNvSpPr>
          <p:nvPr>
            <p:ph type="title" hasCustomPrompt="1"/>
          </p:nvPr>
        </p:nvSpPr>
        <p:spPr>
          <a:xfrm>
            <a:off x="6096000" y="3428999"/>
            <a:ext cx="5762624" cy="2376519"/>
          </a:xfrm>
          <a:prstGeom prst="rect">
            <a:avLst/>
          </a:prstGeom>
        </p:spPr>
        <p:txBody>
          <a:bodyPr vert="horz" wrap="square" lIns="0" tIns="0" rIns="0" bIns="0" rtlCol="0" anchor="t" anchorCtr="0">
            <a:noAutofit/>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sz="3000">
                <a:solidFill>
                  <a:srgbClr val="FF0000"/>
                </a:solidFill>
              </a:defRPr>
            </a:lvl1pPr>
          </a:lstStyle>
          <a:p>
            <a:pPr marL="457200" marR="0" lvl="0" indent="-457200" algn="l" defTabSz="914400" rtl="0" eaLnBrk="1" fontAlgn="auto" latinLnBrk="0" hangingPunct="1">
              <a:lnSpc>
                <a:spcPct val="90000"/>
              </a:lnSpc>
              <a:spcBef>
                <a:spcPct val="0"/>
              </a:spcBef>
              <a:spcAft>
                <a:spcPts val="0"/>
              </a:spcAft>
              <a:buClrTx/>
              <a:buSzTx/>
              <a:tabLst/>
              <a:defRPr/>
            </a:pPr>
            <a:r>
              <a:rPr lang="fr-CH" dirty="0"/>
              <a:t>A Multi-</a:t>
            </a:r>
            <a:r>
              <a:rPr lang="fr-CH" dirty="0" err="1"/>
              <a:t>Objetives</a:t>
            </a:r>
            <a:r>
              <a:rPr lang="fr-CH" dirty="0"/>
              <a:t> </a:t>
            </a:r>
            <a:r>
              <a:rPr lang="fr-CH" dirty="0" err="1"/>
              <a:t>Optimization</a:t>
            </a:r>
            <a:r>
              <a:rPr lang="fr-CH" dirty="0"/>
              <a:t> </a:t>
            </a:r>
            <a:r>
              <a:rPr lang="fr-CH" dirty="0" err="1"/>
              <a:t>study</a:t>
            </a:r>
            <a:r>
              <a:rPr lang="fr-CH" dirty="0"/>
              <a:t> case – Neural Architecture </a:t>
            </a:r>
            <a:r>
              <a:rPr lang="fr-CH" dirty="0" err="1"/>
              <a:t>Search</a:t>
            </a:r>
            <a:endParaRPr lang="fr-FR" dirty="0"/>
          </a:p>
        </p:txBody>
      </p:sp>
      <p:sp>
        <p:nvSpPr>
          <p:cNvPr id="6" name="ZoneTexte 5">
            <a:extLst>
              <a:ext uri="{FF2B5EF4-FFF2-40B4-BE49-F238E27FC236}">
                <a16:creationId xmlns:a16="http://schemas.microsoft.com/office/drawing/2014/main" id="{5CBAF0F9-74B8-A994-6648-C649AF4F19C2}"/>
              </a:ext>
            </a:extLst>
          </p:cNvPr>
          <p:cNvSpPr txBox="1"/>
          <p:nvPr userDrawn="1"/>
        </p:nvSpPr>
        <p:spPr>
          <a:xfrm>
            <a:off x="317500" y="6524625"/>
            <a:ext cx="4815430" cy="333375"/>
          </a:xfrm>
          <a:prstGeom prst="rect">
            <a:avLst/>
          </a:prstGeom>
          <a:noFill/>
        </p:spPr>
        <p:txBody>
          <a:bodyPr wrap="square" lIns="0" tIns="0" rIns="0" bIns="0" rtlCol="0" anchor="ctr"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CH" sz="850" dirty="0">
                <a:solidFill>
                  <a:schemeClr val="bg1"/>
                </a:solidFill>
                <a:latin typeface="Arial" pitchFamily="34" charset="0"/>
                <a:cs typeface="Arial" pitchFamily="34" charset="0"/>
              </a:rPr>
              <a:t>HEIA-FR | </a:t>
            </a:r>
            <a:r>
              <a:rPr lang="fr-CH" sz="850" dirty="0" err="1">
                <a:solidFill>
                  <a:schemeClr val="bg1"/>
                </a:solidFill>
                <a:latin typeface="Arial" pitchFamily="34" charset="0"/>
                <a:cs typeface="Arial" pitchFamily="34" charset="0"/>
              </a:rPr>
              <a:t>iCoSys</a:t>
            </a:r>
            <a:r>
              <a:rPr lang="fr-CH" sz="850" dirty="0">
                <a:solidFill>
                  <a:schemeClr val="bg1"/>
                </a:solidFill>
                <a:latin typeface="Arial" pitchFamily="34" charset="0"/>
                <a:cs typeface="Arial" pitchFamily="34" charset="0"/>
              </a:rPr>
              <a:t> | </a:t>
            </a:r>
            <a:fld id="{497F73FE-CDC5-A746-A70F-A8EB613976A6}" type="datetime1">
              <a:rPr lang="fr-CH" sz="850" smtClean="0">
                <a:solidFill>
                  <a:schemeClr val="bg1"/>
                </a:solidFill>
                <a:latin typeface="Arial" pitchFamily="34" charset="0"/>
                <a:cs typeface="Arial" pitchFamily="34" charset="0"/>
              </a:rPr>
              <a:pPr marL="0" marR="0" indent="0" algn="l" defTabSz="914400" rtl="0" eaLnBrk="1" fontAlgn="auto" latinLnBrk="0" hangingPunct="1">
                <a:lnSpc>
                  <a:spcPct val="100000"/>
                </a:lnSpc>
                <a:spcBef>
                  <a:spcPts val="0"/>
                </a:spcBef>
                <a:spcAft>
                  <a:spcPts val="0"/>
                </a:spcAft>
                <a:buClrTx/>
                <a:buSzTx/>
                <a:buFontTx/>
                <a:buNone/>
                <a:tabLst/>
                <a:defRPr/>
              </a:pPr>
              <a:t>31.05.2025</a:t>
            </a:fld>
            <a:r>
              <a:rPr lang="fr-CH" sz="850" dirty="0">
                <a:solidFill>
                  <a:schemeClr val="bg1"/>
                </a:solidFill>
                <a:latin typeface="Arial" pitchFamily="34" charset="0"/>
                <a:cs typeface="Arial" pitchFamily="34" charset="0"/>
              </a:rPr>
              <a:t> | © 2022</a:t>
            </a:r>
          </a:p>
        </p:txBody>
      </p:sp>
      <p:sp>
        <p:nvSpPr>
          <p:cNvPr id="12" name="Espace réservé du contenu 11">
            <a:extLst>
              <a:ext uri="{FF2B5EF4-FFF2-40B4-BE49-F238E27FC236}">
                <a16:creationId xmlns:a16="http://schemas.microsoft.com/office/drawing/2014/main" id="{881B5087-C7A3-C57A-2AC5-4127F0036F63}"/>
              </a:ext>
            </a:extLst>
          </p:cNvPr>
          <p:cNvSpPr>
            <a:spLocks noGrp="1"/>
          </p:cNvSpPr>
          <p:nvPr>
            <p:ph sz="quarter" idx="10" hasCustomPrompt="1"/>
          </p:nvPr>
        </p:nvSpPr>
        <p:spPr>
          <a:xfrm>
            <a:off x="6096000" y="5805518"/>
            <a:ext cx="4815431" cy="719107"/>
          </a:xfrm>
          <a:prstGeom prst="rect">
            <a:avLst/>
          </a:prstGeom>
        </p:spPr>
        <p:txBody>
          <a:bodyPr lIns="0" tIns="0" rIns="0" bIns="0" anchor="b" anchorCtr="0"/>
          <a:lstStyle>
            <a:lvl1pPr marL="0" indent="0">
              <a:buNone/>
              <a:defRPr b="1">
                <a:solidFill>
                  <a:srgbClr val="FF0000"/>
                </a:solidFill>
                <a:latin typeface="Arial" panose="020B0604020202020204" pitchFamily="34" charset="0"/>
                <a:cs typeface="Arial" panose="020B0604020202020204" pitchFamily="34" charset="0"/>
              </a:defRPr>
            </a:lvl1pPr>
            <a:lvl2pPr marL="457200" indent="0">
              <a:buNone/>
              <a:defRPr/>
            </a:lvl2pPr>
            <a:lvl3pPr marL="914400" indent="0">
              <a:buNone/>
              <a:defRPr/>
            </a:lvl3pPr>
            <a:lvl4pPr marL="1331912" indent="0">
              <a:buNone/>
              <a:defRPr/>
            </a:lvl4pPr>
            <a:lvl5pPr marL="1828800" indent="0">
              <a:buNone/>
              <a:defRPr/>
            </a:lvl5pPr>
          </a:lstStyle>
          <a:p>
            <a:pPr lvl="0"/>
            <a:r>
              <a:rPr lang="fr-FR" dirty="0"/>
              <a:t>Nirosh Sivanesan</a:t>
            </a:r>
          </a:p>
        </p:txBody>
      </p:sp>
    </p:spTree>
    <p:extLst>
      <p:ext uri="{BB962C8B-B14F-4D97-AF65-F5344CB8AC3E}">
        <p14:creationId xmlns:p14="http://schemas.microsoft.com/office/powerpoint/2010/main" val="38296290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8" name="Espace réservé du contenu 9">
            <a:extLst>
              <a:ext uri="{FF2B5EF4-FFF2-40B4-BE49-F238E27FC236}">
                <a16:creationId xmlns:a16="http://schemas.microsoft.com/office/drawing/2014/main" id="{5BD46F39-D2A0-FAC2-1652-4B38F5D040F2}"/>
              </a:ext>
            </a:extLst>
          </p:cNvPr>
          <p:cNvSpPr>
            <a:spLocks noGrp="1"/>
          </p:cNvSpPr>
          <p:nvPr>
            <p:ph sz="quarter" idx="13" hasCustomPrompt="1"/>
          </p:nvPr>
        </p:nvSpPr>
        <p:spPr>
          <a:xfrm>
            <a:off x="901700" y="2095499"/>
            <a:ext cx="10956925" cy="4162231"/>
          </a:xfrm>
          <a:prstGeom prst="rect">
            <a:avLst/>
          </a:prstGeom>
        </p:spPr>
        <p:txBody>
          <a:bodyPr/>
          <a:lstStyle>
            <a:lvl1pPr>
              <a:defRPr sz="2400">
                <a:solidFill>
                  <a:srgbClr val="333333"/>
                </a:solidFill>
                <a:latin typeface="Arial" panose="020B0604020202020204" pitchFamily="34" charset="0"/>
                <a:cs typeface="Arial" panose="020B0604020202020204" pitchFamily="34" charset="0"/>
              </a:defRPr>
            </a:lvl1pPr>
          </a:lstStyle>
          <a:p>
            <a:pPr lvl="0"/>
            <a:r>
              <a:rPr lang="fr-FR" dirty="0"/>
              <a:t>Contenu texte ou image</a:t>
            </a:r>
          </a:p>
        </p:txBody>
      </p:sp>
      <p:sp>
        <p:nvSpPr>
          <p:cNvPr id="9" name="Rectangle 8">
            <a:extLst>
              <a:ext uri="{FF2B5EF4-FFF2-40B4-BE49-F238E27FC236}">
                <a16:creationId xmlns:a16="http://schemas.microsoft.com/office/drawing/2014/main" id="{58875088-C1A6-3E10-2795-5912B5276E67}"/>
              </a:ext>
            </a:extLst>
          </p:cNvPr>
          <p:cNvSpPr/>
          <p:nvPr userDrawn="1"/>
        </p:nvSpPr>
        <p:spPr>
          <a:xfrm>
            <a:off x="0" y="-1"/>
            <a:ext cx="12192000" cy="333375"/>
          </a:xfrm>
          <a:prstGeom prst="rect">
            <a:avLst/>
          </a:prstGeom>
          <a:gradFill flip="none" rotWithShape="1">
            <a:gsLst>
              <a:gs pos="0">
                <a:srgbClr val="FF0000"/>
              </a:gs>
              <a:gs pos="23000">
                <a:srgbClr val="CC3300"/>
              </a:gs>
              <a:gs pos="69000">
                <a:srgbClr val="752A13"/>
              </a:gs>
              <a:gs pos="97000">
                <a:srgbClr val="61191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Espace réservé du numéro de diapositive 14">
            <a:extLst>
              <a:ext uri="{FF2B5EF4-FFF2-40B4-BE49-F238E27FC236}">
                <a16:creationId xmlns:a16="http://schemas.microsoft.com/office/drawing/2014/main" id="{1585578B-2F71-0572-B71F-A3597291EE2B}"/>
              </a:ext>
            </a:extLst>
          </p:cNvPr>
          <p:cNvSpPr>
            <a:spLocks noGrp="1"/>
          </p:cNvSpPr>
          <p:nvPr>
            <p:ph type="sldNum" sz="quarter" idx="16"/>
          </p:nvPr>
        </p:nvSpPr>
        <p:spPr>
          <a:xfrm>
            <a:off x="8715375" y="6596627"/>
            <a:ext cx="3263900" cy="196850"/>
          </a:xfrm>
        </p:spPr>
        <p:txBody>
          <a:bodyPr/>
          <a:lstStyle>
            <a:lvl1pPr>
              <a:defRPr>
                <a:solidFill>
                  <a:srgbClr val="FF0000"/>
                </a:solidFill>
              </a:defRPr>
            </a:lvl1pPr>
          </a:lstStyle>
          <a:p>
            <a:fld id="{167A0328-A2CC-4110-85D0-A410FFB4F3E3}" type="slidenum">
              <a:rPr lang="fr-FR" smtClean="0"/>
              <a:pPr/>
              <a:t>‹#›</a:t>
            </a:fld>
            <a:endParaRPr lang="fr-FR" dirty="0"/>
          </a:p>
        </p:txBody>
      </p:sp>
      <p:pic>
        <p:nvPicPr>
          <p:cNvPr id="17" name="Image 16" descr="Une image contenant capture d’écran, noir, Graphique&#10;&#10;Le contenu généré par l’IA peut être incorrect.">
            <a:extLst>
              <a:ext uri="{FF2B5EF4-FFF2-40B4-BE49-F238E27FC236}">
                <a16:creationId xmlns:a16="http://schemas.microsoft.com/office/drawing/2014/main" id="{97184DB5-41DB-EDF3-C178-2183351554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7221" y="303996"/>
            <a:ext cx="1525956" cy="1199571"/>
          </a:xfrm>
          <a:prstGeom prst="rect">
            <a:avLst/>
          </a:prstGeom>
        </p:spPr>
      </p:pic>
      <p:sp>
        <p:nvSpPr>
          <p:cNvPr id="20" name="Titre 1">
            <a:extLst>
              <a:ext uri="{FF2B5EF4-FFF2-40B4-BE49-F238E27FC236}">
                <a16:creationId xmlns:a16="http://schemas.microsoft.com/office/drawing/2014/main" id="{322F10F2-0508-703C-0D5B-1F1B328465ED}"/>
              </a:ext>
            </a:extLst>
          </p:cNvPr>
          <p:cNvSpPr>
            <a:spLocks noGrp="1"/>
          </p:cNvSpPr>
          <p:nvPr>
            <p:ph type="title" hasCustomPrompt="1"/>
          </p:nvPr>
        </p:nvSpPr>
        <p:spPr>
          <a:xfrm>
            <a:off x="901700" y="1204228"/>
            <a:ext cx="10515600" cy="757823"/>
          </a:xfrm>
        </p:spPr>
        <p:txBody>
          <a:bodyPr/>
          <a:lstStyle>
            <a:lvl1pPr>
              <a:defRPr>
                <a:solidFill>
                  <a:srgbClr val="FF0000"/>
                </a:solidFill>
              </a:defRPr>
            </a:lvl1pPr>
          </a:lstStyle>
          <a:p>
            <a:r>
              <a:rPr kumimoji="0" lang="fr-FR" sz="2400" b="1" i="0" u="none" strike="noStrike" kern="1200" cap="none" spc="0" normalizeH="0" baseline="0" noProof="0" dirty="0">
                <a:ln>
                  <a:noFill/>
                </a:ln>
                <a:solidFill>
                  <a:srgbClr val="017DBB"/>
                </a:solidFill>
                <a:effectLst/>
                <a:uLnTx/>
                <a:uFillTx/>
                <a:latin typeface="Arial" panose="020B0604020202020204" pitchFamily="34" charset="0"/>
                <a:ea typeface="+mj-ea"/>
                <a:cs typeface="Arial" panose="020B0604020202020204" pitchFamily="34" charset="0"/>
              </a:rPr>
              <a:t>Titre de la slide</a:t>
            </a:r>
            <a:endParaRPr lang="fr-FR" dirty="0"/>
          </a:p>
        </p:txBody>
      </p:sp>
    </p:spTree>
    <p:extLst>
      <p:ext uri="{BB962C8B-B14F-4D97-AF65-F5344CB8AC3E}">
        <p14:creationId xmlns:p14="http://schemas.microsoft.com/office/powerpoint/2010/main" val="150344490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8" name="Espace réservé du contenu 9">
            <a:extLst>
              <a:ext uri="{FF2B5EF4-FFF2-40B4-BE49-F238E27FC236}">
                <a16:creationId xmlns:a16="http://schemas.microsoft.com/office/drawing/2014/main" id="{5BD46F39-D2A0-FAC2-1652-4B38F5D040F2}"/>
              </a:ext>
            </a:extLst>
          </p:cNvPr>
          <p:cNvSpPr>
            <a:spLocks noGrp="1"/>
          </p:cNvSpPr>
          <p:nvPr>
            <p:ph sz="quarter" idx="13" hasCustomPrompt="1"/>
          </p:nvPr>
        </p:nvSpPr>
        <p:spPr>
          <a:xfrm>
            <a:off x="901700" y="2095499"/>
            <a:ext cx="10956925" cy="4162231"/>
          </a:xfrm>
          <a:prstGeom prst="rect">
            <a:avLst/>
          </a:prstGeom>
        </p:spPr>
        <p:txBody>
          <a:bodyPr/>
          <a:lstStyle>
            <a:lvl1pPr>
              <a:defRPr sz="2400">
                <a:solidFill>
                  <a:srgbClr val="333333"/>
                </a:solidFill>
                <a:latin typeface="Arial" panose="020B0604020202020204" pitchFamily="34" charset="0"/>
                <a:cs typeface="Arial" panose="020B0604020202020204" pitchFamily="34" charset="0"/>
              </a:defRPr>
            </a:lvl1pPr>
          </a:lstStyle>
          <a:p>
            <a:pPr lvl="0"/>
            <a:r>
              <a:rPr lang="fr-FR"/>
              <a:t>Contenu texte ou image</a:t>
            </a:r>
          </a:p>
        </p:txBody>
      </p:sp>
      <p:sp>
        <p:nvSpPr>
          <p:cNvPr id="9" name="Rectangle 8">
            <a:extLst>
              <a:ext uri="{FF2B5EF4-FFF2-40B4-BE49-F238E27FC236}">
                <a16:creationId xmlns:a16="http://schemas.microsoft.com/office/drawing/2014/main" id="{58875088-C1A6-3E10-2795-5912B5276E67}"/>
              </a:ext>
            </a:extLst>
          </p:cNvPr>
          <p:cNvSpPr/>
          <p:nvPr userDrawn="1"/>
        </p:nvSpPr>
        <p:spPr>
          <a:xfrm>
            <a:off x="0" y="-1"/>
            <a:ext cx="12192000" cy="333375"/>
          </a:xfrm>
          <a:prstGeom prst="rect">
            <a:avLst/>
          </a:prstGeom>
          <a:gradFill flip="none" rotWithShape="1">
            <a:gsLst>
              <a:gs pos="0">
                <a:srgbClr val="FF0000"/>
              </a:gs>
              <a:gs pos="23000">
                <a:srgbClr val="CC3300"/>
              </a:gs>
              <a:gs pos="69000">
                <a:srgbClr val="752A13"/>
              </a:gs>
              <a:gs pos="97000">
                <a:srgbClr val="61191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ZoneTexte 9">
            <a:extLst>
              <a:ext uri="{FF2B5EF4-FFF2-40B4-BE49-F238E27FC236}">
                <a16:creationId xmlns:a16="http://schemas.microsoft.com/office/drawing/2014/main" id="{C02F9309-4FF6-5BE0-BCBE-CC1AC11EF641}"/>
              </a:ext>
            </a:extLst>
          </p:cNvPr>
          <p:cNvSpPr txBox="1"/>
          <p:nvPr userDrawn="1"/>
        </p:nvSpPr>
        <p:spPr>
          <a:xfrm>
            <a:off x="317500" y="6524625"/>
            <a:ext cx="6841456" cy="333375"/>
          </a:xfrm>
          <a:prstGeom prst="rect">
            <a:avLst/>
          </a:prstGeom>
          <a:noFill/>
        </p:spPr>
        <p:txBody>
          <a:bodyPr wrap="square" lIns="0" tIns="0" rIns="0" bIns="0" rtlCol="0" anchor="ctr"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CH" sz="850" dirty="0">
                <a:solidFill>
                  <a:srgbClr val="ACA39A"/>
                </a:solidFill>
                <a:latin typeface="Arial" pitchFamily="34" charset="0"/>
                <a:cs typeface="Arial" pitchFamily="34" charset="0"/>
              </a:rPr>
              <a:t>Seminar in </a:t>
            </a:r>
            <a:r>
              <a:rPr lang="fr-CH" sz="850" dirty="0" err="1">
                <a:solidFill>
                  <a:srgbClr val="ACA39A"/>
                </a:solidFill>
                <a:latin typeface="Arial" pitchFamily="34" charset="0"/>
                <a:cs typeface="Arial" pitchFamily="34" charset="0"/>
              </a:rPr>
              <a:t>Applied</a:t>
            </a:r>
            <a:r>
              <a:rPr lang="fr-CH" sz="850" dirty="0">
                <a:solidFill>
                  <a:srgbClr val="ACA39A"/>
                </a:solidFill>
                <a:latin typeface="Arial" pitchFamily="34" charset="0"/>
                <a:cs typeface="Arial" pitchFamily="34" charset="0"/>
              </a:rPr>
              <a:t> </a:t>
            </a:r>
            <a:r>
              <a:rPr lang="fr-CH" sz="850" dirty="0" err="1">
                <a:solidFill>
                  <a:srgbClr val="ACA39A"/>
                </a:solidFill>
                <a:latin typeface="Arial" pitchFamily="34" charset="0"/>
                <a:cs typeface="Arial" pitchFamily="34" charset="0"/>
              </a:rPr>
              <a:t>Optimization</a:t>
            </a:r>
            <a:r>
              <a:rPr lang="fr-CH" sz="850" dirty="0">
                <a:solidFill>
                  <a:srgbClr val="ACA39A"/>
                </a:solidFill>
                <a:latin typeface="Arial" pitchFamily="34" charset="0"/>
                <a:cs typeface="Arial" pitchFamily="34" charset="0"/>
              </a:rPr>
              <a:t>  | 22.05.2025 | Investigation Neural Architecture </a:t>
            </a:r>
            <a:r>
              <a:rPr lang="fr-CH" sz="850" dirty="0" err="1">
                <a:solidFill>
                  <a:srgbClr val="ACA39A"/>
                </a:solidFill>
                <a:latin typeface="Arial" pitchFamily="34" charset="0"/>
                <a:cs typeface="Arial" pitchFamily="34" charset="0"/>
              </a:rPr>
              <a:t>Search</a:t>
            </a:r>
            <a:endParaRPr lang="fr-CH" sz="850" dirty="0">
              <a:solidFill>
                <a:srgbClr val="ACA39A"/>
              </a:solidFill>
              <a:latin typeface="Arial" pitchFamily="34" charset="0"/>
              <a:cs typeface="Arial" pitchFamily="34" charset="0"/>
            </a:endParaRPr>
          </a:p>
        </p:txBody>
      </p:sp>
      <p:sp>
        <p:nvSpPr>
          <p:cNvPr id="15" name="Espace réservé du numéro de diapositive 14">
            <a:extLst>
              <a:ext uri="{FF2B5EF4-FFF2-40B4-BE49-F238E27FC236}">
                <a16:creationId xmlns:a16="http://schemas.microsoft.com/office/drawing/2014/main" id="{1585578B-2F71-0572-B71F-A3597291EE2B}"/>
              </a:ext>
            </a:extLst>
          </p:cNvPr>
          <p:cNvSpPr>
            <a:spLocks noGrp="1"/>
          </p:cNvSpPr>
          <p:nvPr>
            <p:ph type="sldNum" sz="quarter" idx="16"/>
          </p:nvPr>
        </p:nvSpPr>
        <p:spPr>
          <a:xfrm>
            <a:off x="8715375" y="6596627"/>
            <a:ext cx="3263900" cy="196850"/>
          </a:xfrm>
        </p:spPr>
        <p:txBody>
          <a:bodyPr/>
          <a:lstStyle>
            <a:lvl1pPr>
              <a:defRPr>
                <a:solidFill>
                  <a:srgbClr val="FF0000"/>
                </a:solidFill>
              </a:defRPr>
            </a:lvl1pPr>
          </a:lstStyle>
          <a:p>
            <a:fld id="{167A0328-A2CC-4110-85D0-A410FFB4F3E3}" type="slidenum">
              <a:rPr lang="fr-FR" smtClean="0"/>
              <a:pPr/>
              <a:t>‹#›</a:t>
            </a:fld>
            <a:endParaRPr lang="fr-FR" dirty="0"/>
          </a:p>
        </p:txBody>
      </p:sp>
      <p:pic>
        <p:nvPicPr>
          <p:cNvPr id="17" name="Image 16" descr="Une image contenant capture d’écran, noir, Graphique&#10;&#10;Le contenu généré par l’IA peut être incorrect.">
            <a:extLst>
              <a:ext uri="{FF2B5EF4-FFF2-40B4-BE49-F238E27FC236}">
                <a16:creationId xmlns:a16="http://schemas.microsoft.com/office/drawing/2014/main" id="{97184DB5-41DB-EDF3-C178-2183351554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7221" y="303996"/>
            <a:ext cx="1525956" cy="1199571"/>
          </a:xfrm>
          <a:prstGeom prst="rect">
            <a:avLst/>
          </a:prstGeom>
        </p:spPr>
      </p:pic>
      <p:graphicFrame>
        <p:nvGraphicFramePr>
          <p:cNvPr id="18" name="Diagramme 17">
            <a:extLst>
              <a:ext uri="{FF2B5EF4-FFF2-40B4-BE49-F238E27FC236}">
                <a16:creationId xmlns:a16="http://schemas.microsoft.com/office/drawing/2014/main" id="{A103E88F-E07E-C057-46D2-94A4426EA5C7}"/>
              </a:ext>
            </a:extLst>
          </p:cNvPr>
          <p:cNvGraphicFramePr/>
          <p:nvPr userDrawn="1">
            <p:extLst>
              <p:ext uri="{D42A27DB-BD31-4B8C-83A1-F6EECF244321}">
                <p14:modId xmlns:p14="http://schemas.microsoft.com/office/powerpoint/2010/main" val="265788189"/>
              </p:ext>
            </p:extLst>
          </p:nvPr>
        </p:nvGraphicFramePr>
        <p:xfrm>
          <a:off x="0" y="393348"/>
          <a:ext cx="12192000" cy="4719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re 1">
            <a:extLst>
              <a:ext uri="{FF2B5EF4-FFF2-40B4-BE49-F238E27FC236}">
                <a16:creationId xmlns:a16="http://schemas.microsoft.com/office/drawing/2014/main" id="{9BDEE318-A743-12D6-0415-F2792F519F9A}"/>
              </a:ext>
            </a:extLst>
          </p:cNvPr>
          <p:cNvSpPr>
            <a:spLocks noGrp="1"/>
          </p:cNvSpPr>
          <p:nvPr>
            <p:ph type="title" hasCustomPrompt="1"/>
          </p:nvPr>
        </p:nvSpPr>
        <p:spPr>
          <a:xfrm>
            <a:off x="901700" y="1204228"/>
            <a:ext cx="10515600" cy="757823"/>
          </a:xfrm>
        </p:spPr>
        <p:txBody>
          <a:bodyPr/>
          <a:lstStyle>
            <a:lvl1pPr>
              <a:defRPr>
                <a:solidFill>
                  <a:srgbClr val="FF0000"/>
                </a:solidFill>
              </a:defRPr>
            </a:lvl1pPr>
          </a:lstStyle>
          <a:p>
            <a:r>
              <a:rPr kumimoji="0" lang="fr-FR" sz="2400" b="1" i="0" u="none" strike="noStrike" kern="1200" cap="none" spc="0" normalizeH="0" baseline="0" noProof="0" dirty="0">
                <a:ln>
                  <a:noFill/>
                </a:ln>
                <a:solidFill>
                  <a:srgbClr val="017DBB"/>
                </a:solidFill>
                <a:effectLst/>
                <a:uLnTx/>
                <a:uFillTx/>
                <a:latin typeface="Arial" panose="020B0604020202020204" pitchFamily="34" charset="0"/>
                <a:ea typeface="+mj-ea"/>
                <a:cs typeface="Arial" panose="020B0604020202020204" pitchFamily="34" charset="0"/>
              </a:rPr>
              <a:t>Titre de la slide</a:t>
            </a:r>
            <a:endParaRPr lang="fr-FR" dirty="0"/>
          </a:p>
        </p:txBody>
      </p:sp>
    </p:spTree>
    <p:extLst>
      <p:ext uri="{BB962C8B-B14F-4D97-AF65-F5344CB8AC3E}">
        <p14:creationId xmlns:p14="http://schemas.microsoft.com/office/powerpoint/2010/main" val="22214192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sp>
        <p:nvSpPr>
          <p:cNvPr id="7" name="Espace réservé du titre 1">
            <a:extLst>
              <a:ext uri="{FF2B5EF4-FFF2-40B4-BE49-F238E27FC236}">
                <a16:creationId xmlns:a16="http://schemas.microsoft.com/office/drawing/2014/main" id="{A4B307FD-D05E-AD24-75AF-B95300A2791B}"/>
              </a:ext>
            </a:extLst>
          </p:cNvPr>
          <p:cNvSpPr txBox="1">
            <a:spLocks/>
          </p:cNvSpPr>
          <p:nvPr userDrawn="1"/>
        </p:nvSpPr>
        <p:spPr>
          <a:xfrm>
            <a:off x="901700" y="1242679"/>
            <a:ext cx="10956925" cy="415498"/>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3000" kern="1200">
                <a:solidFill>
                  <a:srgbClr val="00517A"/>
                </a:solidFill>
                <a:latin typeface="+mj-lt"/>
                <a:ea typeface="+mj-ea"/>
                <a:cs typeface="+mj-cs"/>
              </a:defRPr>
            </a:lvl1pPr>
          </a:lstStyle>
          <a:p>
            <a:r>
              <a:rPr lang="fr-FR" dirty="0">
                <a:solidFill>
                  <a:srgbClr val="FF0000"/>
                </a:solidFill>
              </a:rPr>
              <a:t>Titre de la slide</a:t>
            </a:r>
          </a:p>
        </p:txBody>
      </p:sp>
      <p:sp>
        <p:nvSpPr>
          <p:cNvPr id="8" name="Espace réservé du contenu 9">
            <a:extLst>
              <a:ext uri="{FF2B5EF4-FFF2-40B4-BE49-F238E27FC236}">
                <a16:creationId xmlns:a16="http://schemas.microsoft.com/office/drawing/2014/main" id="{5BD46F39-D2A0-FAC2-1652-4B38F5D040F2}"/>
              </a:ext>
            </a:extLst>
          </p:cNvPr>
          <p:cNvSpPr>
            <a:spLocks noGrp="1"/>
          </p:cNvSpPr>
          <p:nvPr>
            <p:ph sz="quarter" idx="13" hasCustomPrompt="1"/>
          </p:nvPr>
        </p:nvSpPr>
        <p:spPr>
          <a:xfrm>
            <a:off x="901700" y="2095499"/>
            <a:ext cx="10956925" cy="4162231"/>
          </a:xfrm>
          <a:prstGeom prst="rect">
            <a:avLst/>
          </a:prstGeom>
        </p:spPr>
        <p:txBody>
          <a:bodyPr/>
          <a:lstStyle>
            <a:lvl1pPr>
              <a:defRPr sz="2400">
                <a:solidFill>
                  <a:srgbClr val="333333"/>
                </a:solidFill>
                <a:latin typeface="Arial" panose="020B0604020202020204" pitchFamily="34" charset="0"/>
                <a:cs typeface="Arial" panose="020B0604020202020204" pitchFamily="34" charset="0"/>
              </a:defRPr>
            </a:lvl1pPr>
          </a:lstStyle>
          <a:p>
            <a:pPr lvl="0"/>
            <a:r>
              <a:rPr lang="fr-FR"/>
              <a:t>Contenu texte ou image</a:t>
            </a:r>
          </a:p>
        </p:txBody>
      </p:sp>
      <p:sp>
        <p:nvSpPr>
          <p:cNvPr id="10" name="ZoneTexte 9">
            <a:extLst>
              <a:ext uri="{FF2B5EF4-FFF2-40B4-BE49-F238E27FC236}">
                <a16:creationId xmlns:a16="http://schemas.microsoft.com/office/drawing/2014/main" id="{C02F9309-4FF6-5BE0-BCBE-CC1AC11EF641}"/>
              </a:ext>
            </a:extLst>
          </p:cNvPr>
          <p:cNvSpPr txBox="1"/>
          <p:nvPr userDrawn="1"/>
        </p:nvSpPr>
        <p:spPr>
          <a:xfrm>
            <a:off x="317500" y="6524625"/>
            <a:ext cx="6841456" cy="333375"/>
          </a:xfrm>
          <a:prstGeom prst="rect">
            <a:avLst/>
          </a:prstGeom>
          <a:noFill/>
        </p:spPr>
        <p:txBody>
          <a:bodyPr wrap="square" lIns="0" tIns="0" rIns="0" bIns="0" rtlCol="0" anchor="ctr"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CH" sz="850" dirty="0">
                <a:solidFill>
                  <a:srgbClr val="ACA39A"/>
                </a:solidFill>
                <a:latin typeface="Arial" pitchFamily="34" charset="0"/>
                <a:cs typeface="Arial" pitchFamily="34" charset="0"/>
              </a:rPr>
              <a:t>Seminar in </a:t>
            </a:r>
            <a:r>
              <a:rPr lang="fr-CH" sz="850" dirty="0" err="1">
                <a:solidFill>
                  <a:srgbClr val="ACA39A"/>
                </a:solidFill>
                <a:latin typeface="Arial" pitchFamily="34" charset="0"/>
                <a:cs typeface="Arial" pitchFamily="34" charset="0"/>
              </a:rPr>
              <a:t>Applied</a:t>
            </a:r>
            <a:r>
              <a:rPr lang="fr-CH" sz="850" dirty="0">
                <a:solidFill>
                  <a:srgbClr val="ACA39A"/>
                </a:solidFill>
                <a:latin typeface="Arial" pitchFamily="34" charset="0"/>
                <a:cs typeface="Arial" pitchFamily="34" charset="0"/>
              </a:rPr>
              <a:t> </a:t>
            </a:r>
            <a:r>
              <a:rPr lang="fr-CH" sz="850" dirty="0" err="1">
                <a:solidFill>
                  <a:srgbClr val="ACA39A"/>
                </a:solidFill>
                <a:latin typeface="Arial" pitchFamily="34" charset="0"/>
                <a:cs typeface="Arial" pitchFamily="34" charset="0"/>
              </a:rPr>
              <a:t>Optimization</a:t>
            </a:r>
            <a:r>
              <a:rPr lang="fr-CH" sz="850" dirty="0">
                <a:solidFill>
                  <a:srgbClr val="ACA39A"/>
                </a:solidFill>
                <a:latin typeface="Arial" pitchFamily="34" charset="0"/>
                <a:cs typeface="Arial" pitchFamily="34" charset="0"/>
              </a:rPr>
              <a:t>  | 22.05.2025 | Investigation Neural Architecture </a:t>
            </a:r>
            <a:r>
              <a:rPr lang="fr-CH" sz="850" dirty="0" err="1">
                <a:solidFill>
                  <a:srgbClr val="ACA39A"/>
                </a:solidFill>
                <a:latin typeface="Arial" pitchFamily="34" charset="0"/>
                <a:cs typeface="Arial" pitchFamily="34" charset="0"/>
              </a:rPr>
              <a:t>Search</a:t>
            </a:r>
            <a:endParaRPr lang="fr-CH" sz="850" dirty="0">
              <a:solidFill>
                <a:srgbClr val="ACA39A"/>
              </a:solidFill>
              <a:latin typeface="Arial" pitchFamily="34" charset="0"/>
              <a:cs typeface="Arial" pitchFamily="34" charset="0"/>
            </a:endParaRPr>
          </a:p>
        </p:txBody>
      </p:sp>
      <p:sp>
        <p:nvSpPr>
          <p:cNvPr id="15" name="Espace réservé du numéro de diapositive 14">
            <a:extLst>
              <a:ext uri="{FF2B5EF4-FFF2-40B4-BE49-F238E27FC236}">
                <a16:creationId xmlns:a16="http://schemas.microsoft.com/office/drawing/2014/main" id="{1585578B-2F71-0572-B71F-A3597291EE2B}"/>
              </a:ext>
            </a:extLst>
          </p:cNvPr>
          <p:cNvSpPr>
            <a:spLocks noGrp="1"/>
          </p:cNvSpPr>
          <p:nvPr>
            <p:ph type="sldNum" sz="quarter" idx="16"/>
          </p:nvPr>
        </p:nvSpPr>
        <p:spPr>
          <a:xfrm>
            <a:off x="8715375" y="6596627"/>
            <a:ext cx="3263900" cy="196850"/>
          </a:xfrm>
        </p:spPr>
        <p:txBody>
          <a:bodyPr/>
          <a:lstStyle>
            <a:lvl1pPr>
              <a:defRPr>
                <a:solidFill>
                  <a:srgbClr val="FF0000"/>
                </a:solidFill>
              </a:defRPr>
            </a:lvl1pPr>
          </a:lstStyle>
          <a:p>
            <a:fld id="{167A0328-A2CC-4110-85D0-A410FFB4F3E3}" type="slidenum">
              <a:rPr lang="fr-FR" smtClean="0"/>
              <a:pPr/>
              <a:t>‹#›</a:t>
            </a:fld>
            <a:endParaRPr lang="fr-FR" dirty="0"/>
          </a:p>
        </p:txBody>
      </p:sp>
      <p:pic>
        <p:nvPicPr>
          <p:cNvPr id="17" name="Image 16" descr="Une image contenant capture d’écran, noir, Graphique&#10;&#10;Le contenu généré par l’IA peut être incorrect.">
            <a:extLst>
              <a:ext uri="{FF2B5EF4-FFF2-40B4-BE49-F238E27FC236}">
                <a16:creationId xmlns:a16="http://schemas.microsoft.com/office/drawing/2014/main" id="{97184DB5-41DB-EDF3-C178-2183351554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7221" y="303996"/>
            <a:ext cx="1525956" cy="1199571"/>
          </a:xfrm>
          <a:prstGeom prst="rect">
            <a:avLst/>
          </a:prstGeom>
        </p:spPr>
      </p:pic>
      <p:graphicFrame>
        <p:nvGraphicFramePr>
          <p:cNvPr id="18" name="Diagramme 17">
            <a:extLst>
              <a:ext uri="{FF2B5EF4-FFF2-40B4-BE49-F238E27FC236}">
                <a16:creationId xmlns:a16="http://schemas.microsoft.com/office/drawing/2014/main" id="{A103E88F-E07E-C057-46D2-94A4426EA5C7}"/>
              </a:ext>
            </a:extLst>
          </p:cNvPr>
          <p:cNvGraphicFramePr/>
          <p:nvPr userDrawn="1">
            <p:extLst>
              <p:ext uri="{D42A27DB-BD31-4B8C-83A1-F6EECF244321}">
                <p14:modId xmlns:p14="http://schemas.microsoft.com/office/powerpoint/2010/main" val="3792792004"/>
              </p:ext>
            </p:extLst>
          </p:nvPr>
        </p:nvGraphicFramePr>
        <p:xfrm>
          <a:off x="0" y="-29379"/>
          <a:ext cx="12192000" cy="333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482176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47B38A-EBE7-0526-1902-72055505096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E394958-C861-FA56-D16F-44D53661DAA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98B9F9-5856-D297-DF43-0B626D082AB8}"/>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E898D86-98D8-AF1B-2AF3-65FEA3DE354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F385EFA-5639-28B9-1DE6-8C89B46D2BCF}"/>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2509887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E2ACD5-A558-BC76-9418-5AE1A08CC7E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60AD25C-B82F-CE2F-01E8-EA9AD6478E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7E8C4FA-0A9C-AF76-8C61-21D938446A5B}"/>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D3D658FF-D3FD-09C3-65B3-853C893F610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B912DEB-7694-A607-3A3E-E8B7CBEF6595}"/>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891760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0FFEAE-D985-C29F-4F51-1A9D07F228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6A22753-ED4B-6EB8-F006-CB81D0B4C0D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00154D0-8DD9-3B9D-2DCF-4D1D2F89D90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756B36F-0B0B-17C6-A80A-C815475B848B}"/>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39125978-3417-BD3E-2340-89D1DB0C71E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18BF8C0-57A2-F505-35ED-475185B0ACAB}"/>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3686952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A512BE-BA6E-B0AE-21DE-1969C9EE05A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C2F5747-68D7-9A93-F199-AF54DEC280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00BA70C-A964-CD30-019A-9FEDB6C173D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42B86AB-F05F-C8A3-E72D-A80F7F050B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4B53532-1D8D-5BFA-7AC0-5EB5911D74B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34F26E4-624D-C4CD-8E28-515ADAC37A3D}"/>
              </a:ext>
            </a:extLst>
          </p:cNvPr>
          <p:cNvSpPr>
            <a:spLocks noGrp="1"/>
          </p:cNvSpPr>
          <p:nvPr>
            <p:ph type="dt" sz="half" idx="10"/>
          </p:nvPr>
        </p:nvSpPr>
        <p:spPr/>
        <p:txBody>
          <a:bodyPr/>
          <a:lstStyle/>
          <a:p>
            <a:endParaRPr lang="fr-FR"/>
          </a:p>
        </p:txBody>
      </p:sp>
      <p:sp>
        <p:nvSpPr>
          <p:cNvPr id="8" name="Espace réservé du pied de page 7">
            <a:extLst>
              <a:ext uri="{FF2B5EF4-FFF2-40B4-BE49-F238E27FC236}">
                <a16:creationId xmlns:a16="http://schemas.microsoft.com/office/drawing/2014/main" id="{7A84B881-B01D-2E2D-2EB2-C59023D784E8}"/>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4A82FDF-572C-5947-84D2-9C0AF1356859}"/>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2847036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6582F3-8B30-264F-F66D-991C90DF89F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1219040-264E-A575-3707-123DB7A7E007}"/>
              </a:ext>
            </a:extLst>
          </p:cNvPr>
          <p:cNvSpPr>
            <a:spLocks noGrp="1"/>
          </p:cNvSpPr>
          <p:nvPr>
            <p:ph type="dt" sz="half" idx="10"/>
          </p:nvPr>
        </p:nvSpPr>
        <p:spPr/>
        <p:txBody>
          <a:bodyPr/>
          <a:lstStyle/>
          <a:p>
            <a:endParaRPr lang="fr-FR"/>
          </a:p>
        </p:txBody>
      </p:sp>
      <p:sp>
        <p:nvSpPr>
          <p:cNvPr id="4" name="Espace réservé du pied de page 3">
            <a:extLst>
              <a:ext uri="{FF2B5EF4-FFF2-40B4-BE49-F238E27FC236}">
                <a16:creationId xmlns:a16="http://schemas.microsoft.com/office/drawing/2014/main" id="{C0F9ABC9-C41D-0E71-4AB1-3647BD67C67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00BA529-D2F7-958A-8B3D-08AF6EB81A10}"/>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3457954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1E05BE5-E2CC-F7F8-FB31-F71A235A11E7}"/>
              </a:ext>
            </a:extLst>
          </p:cNvPr>
          <p:cNvSpPr>
            <a:spLocks noGrp="1"/>
          </p:cNvSpPr>
          <p:nvPr>
            <p:ph type="dt" sz="half" idx="10"/>
          </p:nvPr>
        </p:nvSpPr>
        <p:spPr/>
        <p:txBody>
          <a:bodyPr/>
          <a:lstStyle/>
          <a:p>
            <a:endParaRPr lang="fr-FR"/>
          </a:p>
        </p:txBody>
      </p:sp>
      <p:sp>
        <p:nvSpPr>
          <p:cNvPr id="3" name="Espace réservé du pied de page 2">
            <a:extLst>
              <a:ext uri="{FF2B5EF4-FFF2-40B4-BE49-F238E27FC236}">
                <a16:creationId xmlns:a16="http://schemas.microsoft.com/office/drawing/2014/main" id="{7EEEC992-E913-0BF7-3A75-A8AF93AFD94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246416BD-DEF2-A1ED-465D-6F781BF20D3F}"/>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2998995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B17133-ACCC-7A84-E891-68AA489ED36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F9CF759-B9C6-5C6C-9885-D41B9FF43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6FE3E71-012F-906A-1247-240A54458C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0C62D50-2529-BCB9-E51C-00181A658963}"/>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26102B7C-1E92-2D35-A297-66E0F85090F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007A738-936D-E6DB-980F-BD07B9EDA555}"/>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4215118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36C97B-C8C6-0538-BE94-2551C503ED4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D005637-1657-C9B6-6F89-E31E99CCB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FAF3D71-FF28-FCFB-52F8-4D6675D1E9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5763B6A-579D-45AE-3CC8-A1BA5855641D}"/>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06B9955E-D5E7-430D-23E3-F7E7F460B44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7C949EB-FA72-9D81-877F-92F43B4C1214}"/>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2311013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361C5D-73B0-1901-E7E2-6A1FA7A5B71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DB8F8C1-D4C7-0981-51D8-C3F0541C8F7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CFD6897-DDFC-507B-04E1-B89599CAC9DF}"/>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DF1C1FE-85DC-3BF7-D4BB-275D1350868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255EB8-E826-D818-F5DC-44572844AD90}"/>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2743501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2BB4B91-B328-2797-0A71-99E65E77C23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87588A3-1A84-15C0-600A-BBABF2C28B0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9AA8C87-645C-BB85-8563-046BA481179F}"/>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56321308-8051-1869-5FAE-B566D6BBDE8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5AD76E1-0B02-68D8-38A9-9FCEDDD32B1B}"/>
              </a:ext>
            </a:extLst>
          </p:cNvPr>
          <p:cNvSpPr>
            <a:spLocks noGrp="1"/>
          </p:cNvSpPr>
          <p:nvPr>
            <p:ph type="sldNum" sz="quarter" idx="12"/>
          </p:nvPr>
        </p:nvSpPr>
        <p:spPr/>
        <p:txBody>
          <a:bodyPr/>
          <a:lstStyle/>
          <a:p>
            <a:fld id="{167A0328-A2CC-4110-85D0-A410FFB4F3E3}" type="slidenum">
              <a:rPr lang="fr-FR" smtClean="0"/>
              <a:t>‹#›</a:t>
            </a:fld>
            <a:endParaRPr lang="fr-FR"/>
          </a:p>
        </p:txBody>
      </p:sp>
    </p:spTree>
    <p:extLst>
      <p:ext uri="{BB962C8B-B14F-4D97-AF65-F5344CB8AC3E}">
        <p14:creationId xmlns:p14="http://schemas.microsoft.com/office/powerpoint/2010/main" val="19298057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3_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31/05/2025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908742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CF08E59-A564-D638-00C7-2A44635B7C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2C2C7FE-9840-8D7F-2923-84104B3B64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91064DB-B982-E710-9582-10615958ED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fr-FR"/>
          </a:p>
        </p:txBody>
      </p:sp>
      <p:sp>
        <p:nvSpPr>
          <p:cNvPr id="5" name="Espace réservé du pied de page 4">
            <a:extLst>
              <a:ext uri="{FF2B5EF4-FFF2-40B4-BE49-F238E27FC236}">
                <a16:creationId xmlns:a16="http://schemas.microsoft.com/office/drawing/2014/main" id="{197D936B-FABA-4532-FBB5-7D92523ED0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602FA80-C5FA-187F-05BC-539403DCBE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7A0328-A2CC-4110-85D0-A410FFB4F3E3}" type="slidenum">
              <a:rPr lang="fr-FR" smtClean="0"/>
              <a:t>‹#›</a:t>
            </a:fld>
            <a:endParaRPr lang="fr-FR"/>
          </a:p>
        </p:txBody>
      </p:sp>
    </p:spTree>
    <p:extLst>
      <p:ext uri="{BB962C8B-B14F-4D97-AF65-F5344CB8AC3E}">
        <p14:creationId xmlns:p14="http://schemas.microsoft.com/office/powerpoint/2010/main" val="310056083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62"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3"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1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customXml" Target="../ink/ink7.xml"/><Relationship Id="rId18" Type="http://schemas.openxmlformats.org/officeDocument/2006/relationships/customXml" Target="../ink/ink12.xml"/><Relationship Id="rId3" Type="http://schemas.openxmlformats.org/officeDocument/2006/relationships/image" Target="../media/image25.png"/><Relationship Id="rId7" Type="http://schemas.openxmlformats.org/officeDocument/2006/relationships/image" Target="../media/image28.png"/><Relationship Id="rId12" Type="http://schemas.openxmlformats.org/officeDocument/2006/relationships/customXml" Target="../ink/ink6.xml"/><Relationship Id="rId17" Type="http://schemas.openxmlformats.org/officeDocument/2006/relationships/customXml" Target="../ink/ink11.xml"/><Relationship Id="rId2" Type="http://schemas.openxmlformats.org/officeDocument/2006/relationships/notesSlide" Target="../notesSlides/notesSlide16.xml"/><Relationship Id="rId16"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1.xml"/><Relationship Id="rId11" Type="http://schemas.openxmlformats.org/officeDocument/2006/relationships/customXml" Target="../ink/ink5.xml"/><Relationship Id="rId5" Type="http://schemas.openxmlformats.org/officeDocument/2006/relationships/image" Target="../media/image27.png"/><Relationship Id="rId15" Type="http://schemas.openxmlformats.org/officeDocument/2006/relationships/customXml" Target="../ink/ink9.xml"/><Relationship Id="rId10" Type="http://schemas.openxmlformats.org/officeDocument/2006/relationships/customXml" Target="../ink/ink4.xml"/><Relationship Id="rId19" Type="http://schemas.openxmlformats.org/officeDocument/2006/relationships/customXml" Target="../ink/ink13.xml"/><Relationship Id="rId4" Type="http://schemas.openxmlformats.org/officeDocument/2006/relationships/image" Target="../media/image26.png"/><Relationship Id="rId9" Type="http://schemas.openxmlformats.org/officeDocument/2006/relationships/customXml" Target="../ink/ink3.xml"/><Relationship Id="rId14" Type="http://schemas.openxmlformats.org/officeDocument/2006/relationships/customXml" Target="../ink/ink8.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68.png"/></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3E5BBB-0717-2109-A6BC-4689ED66F754}"/>
              </a:ext>
            </a:extLst>
          </p:cNvPr>
          <p:cNvSpPr>
            <a:spLocks noGrp="1"/>
          </p:cNvSpPr>
          <p:nvPr>
            <p:ph type="title"/>
          </p:nvPr>
        </p:nvSpPr>
        <p:spPr>
          <a:xfrm>
            <a:off x="860750" y="1479015"/>
            <a:ext cx="10470499" cy="1949985"/>
          </a:xfrm>
        </p:spPr>
        <p:txBody>
          <a:bodyPr/>
          <a:lstStyle/>
          <a:p>
            <a:pPr algn="ctr"/>
            <a:r>
              <a:rPr lang="fr-CH" sz="13800" b="1" dirty="0"/>
              <a:t>MOO in NAS</a:t>
            </a:r>
            <a:endParaRPr lang="fr-FR" sz="13800" b="1" dirty="0"/>
          </a:p>
        </p:txBody>
      </p:sp>
      <p:sp>
        <p:nvSpPr>
          <p:cNvPr id="7" name="Titre 3">
            <a:extLst>
              <a:ext uri="{FF2B5EF4-FFF2-40B4-BE49-F238E27FC236}">
                <a16:creationId xmlns:a16="http://schemas.microsoft.com/office/drawing/2014/main" id="{58AFD10D-83CE-7AFB-52E5-E4CCF2FD5940}"/>
              </a:ext>
            </a:extLst>
          </p:cNvPr>
          <p:cNvSpPr txBox="1">
            <a:spLocks/>
          </p:cNvSpPr>
          <p:nvPr/>
        </p:nvSpPr>
        <p:spPr>
          <a:xfrm>
            <a:off x="1364409" y="5820295"/>
            <a:ext cx="10515600" cy="757823"/>
          </a:xfrm>
          <a:prstGeom prst="rect">
            <a:avLst/>
          </a:prstGeom>
        </p:spPr>
        <p:txBody>
          <a:bodyPr vert="horz" wrap="square" lIns="0" tIns="0" rIns="0" bIns="0" rtlCol="0" anchor="t" anchorCtr="0">
            <a:noAutofit/>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sz="3000" kern="1200">
                <a:solidFill>
                  <a:srgbClr val="FF0000"/>
                </a:solidFill>
                <a:latin typeface="+mj-lt"/>
                <a:ea typeface="+mj-ea"/>
                <a:cs typeface="+mj-cs"/>
              </a:defRPr>
            </a:lvl1pPr>
          </a:lstStyle>
          <a:p>
            <a:r>
              <a:rPr lang="fr-CH" dirty="0"/>
              <a:t>Nirosh Sivanesan</a:t>
            </a:r>
            <a:endParaRPr lang="fr-FR" dirty="0"/>
          </a:p>
        </p:txBody>
      </p:sp>
    </p:spTree>
    <p:extLst>
      <p:ext uri="{BB962C8B-B14F-4D97-AF65-F5344CB8AC3E}">
        <p14:creationId xmlns:p14="http://schemas.microsoft.com/office/powerpoint/2010/main" val="976690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4D186-0661-2007-BC91-F81A34F4588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0E6ACCB-0417-BB54-2D3D-6F4B6F21782C}"/>
              </a:ext>
            </a:extLst>
          </p:cNvPr>
          <p:cNvSpPr>
            <a:spLocks noGrp="1"/>
          </p:cNvSpPr>
          <p:nvPr>
            <p:ph type="sldNum" sz="quarter" idx="16"/>
          </p:nvPr>
        </p:nvSpPr>
        <p:spPr/>
        <p:txBody>
          <a:bodyPr/>
          <a:lstStyle/>
          <a:p>
            <a:fld id="{167A0328-A2CC-4110-85D0-A410FFB4F3E3}" type="slidenum">
              <a:rPr lang="fr-FR" smtClean="0"/>
              <a:pPr/>
              <a:t>2</a:t>
            </a:fld>
            <a:endParaRPr lang="fr-FR" dirty="0"/>
          </a:p>
        </p:txBody>
      </p:sp>
      <p:sp>
        <p:nvSpPr>
          <p:cNvPr id="4" name="Titre 3">
            <a:extLst>
              <a:ext uri="{FF2B5EF4-FFF2-40B4-BE49-F238E27FC236}">
                <a16:creationId xmlns:a16="http://schemas.microsoft.com/office/drawing/2014/main" id="{2C3DEA0B-5101-D5C6-12E9-2B6449F71A7F}"/>
              </a:ext>
            </a:extLst>
          </p:cNvPr>
          <p:cNvSpPr>
            <a:spLocks noGrp="1"/>
          </p:cNvSpPr>
          <p:nvPr>
            <p:ph type="title"/>
          </p:nvPr>
        </p:nvSpPr>
        <p:spPr/>
        <p:txBody>
          <a:bodyPr/>
          <a:lstStyle/>
          <a:p>
            <a:r>
              <a:rPr lang="fr-CH" dirty="0"/>
              <a:t>Introduction</a:t>
            </a:r>
            <a:endParaRPr lang="fr-FR" dirty="0"/>
          </a:p>
        </p:txBody>
      </p:sp>
      <p:sp>
        <p:nvSpPr>
          <p:cNvPr id="12" name="Espace réservé du contenu 11">
            <a:extLst>
              <a:ext uri="{FF2B5EF4-FFF2-40B4-BE49-F238E27FC236}">
                <a16:creationId xmlns:a16="http://schemas.microsoft.com/office/drawing/2014/main" id="{7017A362-39E1-FCA5-B80F-8FC54878AAA1}"/>
              </a:ext>
            </a:extLst>
          </p:cNvPr>
          <p:cNvSpPr>
            <a:spLocks noGrp="1"/>
          </p:cNvSpPr>
          <p:nvPr>
            <p:ph sz="quarter" idx="13"/>
          </p:nvPr>
        </p:nvSpPr>
        <p:spPr>
          <a:xfrm>
            <a:off x="901700" y="2588695"/>
            <a:ext cx="10956925" cy="1680609"/>
          </a:xfrm>
        </p:spPr>
        <p:txBody>
          <a:bodyPr>
            <a:normAutofit/>
          </a:bodyPr>
          <a:lstStyle/>
          <a:p>
            <a:pPr marL="0" indent="0">
              <a:buNone/>
            </a:pPr>
            <a:r>
              <a:rPr lang="fr-CH" b="1" dirty="0"/>
              <a:t>Neural Architecture </a:t>
            </a:r>
            <a:r>
              <a:rPr lang="fr-CH" b="1" dirty="0" err="1"/>
              <a:t>Search</a:t>
            </a:r>
            <a:endParaRPr lang="fr-CH" b="1" dirty="0"/>
          </a:p>
          <a:p>
            <a:pPr marL="0" indent="0">
              <a:buNone/>
            </a:pPr>
            <a:endParaRPr lang="fr-CH" b="1" dirty="0"/>
          </a:p>
          <a:p>
            <a:pPr marL="0" indent="0">
              <a:buNone/>
            </a:pPr>
            <a:r>
              <a:rPr lang="fr-FR" dirty="0"/>
              <a:t>A Field in Deep Learning </a:t>
            </a:r>
            <a:r>
              <a:rPr lang="fr-FR" dirty="0" err="1"/>
              <a:t>that</a:t>
            </a:r>
            <a:r>
              <a:rPr lang="fr-FR" dirty="0"/>
              <a:t> </a:t>
            </a:r>
            <a:r>
              <a:rPr lang="fr-FR" dirty="0" err="1"/>
              <a:t>seek</a:t>
            </a:r>
            <a:r>
              <a:rPr lang="fr-FR" dirty="0"/>
              <a:t> to automate the design of neural network architecture</a:t>
            </a:r>
          </a:p>
        </p:txBody>
      </p:sp>
      <p:sp>
        <p:nvSpPr>
          <p:cNvPr id="2" name="Espace réservé du contenu 11">
            <a:extLst>
              <a:ext uri="{FF2B5EF4-FFF2-40B4-BE49-F238E27FC236}">
                <a16:creationId xmlns:a16="http://schemas.microsoft.com/office/drawing/2014/main" id="{5542CF34-BF35-0156-E0C9-1CF1DCEDBCDB}"/>
              </a:ext>
            </a:extLst>
          </p:cNvPr>
          <p:cNvSpPr txBox="1">
            <a:spLocks/>
          </p:cNvSpPr>
          <p:nvPr/>
        </p:nvSpPr>
        <p:spPr>
          <a:xfrm>
            <a:off x="901700" y="5131282"/>
            <a:ext cx="10956925" cy="6306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From Complex Problem to Simplified Optimization</a:t>
            </a:r>
          </a:p>
        </p:txBody>
      </p:sp>
    </p:spTree>
    <p:extLst>
      <p:ext uri="{BB962C8B-B14F-4D97-AF65-F5344CB8AC3E}">
        <p14:creationId xmlns:p14="http://schemas.microsoft.com/office/powerpoint/2010/main" val="54217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AFDA2-1841-733B-CB05-0EBEA7F6A2F9}"/>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A413FB9F-1C24-0514-6FF2-96F4E9226F5E}"/>
              </a:ext>
            </a:extLst>
          </p:cNvPr>
          <p:cNvSpPr>
            <a:spLocks noGrp="1"/>
          </p:cNvSpPr>
          <p:nvPr>
            <p:ph type="sldNum" sz="quarter" idx="16"/>
          </p:nvPr>
        </p:nvSpPr>
        <p:spPr/>
        <p:txBody>
          <a:bodyPr/>
          <a:lstStyle/>
          <a:p>
            <a:fld id="{167A0328-A2CC-4110-85D0-A410FFB4F3E3}" type="slidenum">
              <a:rPr lang="fr-FR" smtClean="0"/>
              <a:pPr/>
              <a:t>3</a:t>
            </a:fld>
            <a:endParaRPr lang="fr-FR" dirty="0"/>
          </a:p>
        </p:txBody>
      </p:sp>
      <p:sp>
        <p:nvSpPr>
          <p:cNvPr id="4" name="Titre 3">
            <a:extLst>
              <a:ext uri="{FF2B5EF4-FFF2-40B4-BE49-F238E27FC236}">
                <a16:creationId xmlns:a16="http://schemas.microsoft.com/office/drawing/2014/main" id="{92E7477E-B622-7A44-AB1A-CDD02FD57B85}"/>
              </a:ext>
            </a:extLst>
          </p:cNvPr>
          <p:cNvSpPr>
            <a:spLocks noGrp="1"/>
          </p:cNvSpPr>
          <p:nvPr>
            <p:ph type="title"/>
          </p:nvPr>
        </p:nvSpPr>
        <p:spPr/>
        <p:txBody>
          <a:bodyPr/>
          <a:lstStyle/>
          <a:p>
            <a:r>
              <a:rPr lang="fr-CH" dirty="0"/>
              <a:t>Motivation</a:t>
            </a:r>
            <a:endParaRPr lang="fr-FR" dirty="0"/>
          </a:p>
        </p:txBody>
      </p:sp>
      <p:sp>
        <p:nvSpPr>
          <p:cNvPr id="16" name="ZoneTexte 15">
            <a:extLst>
              <a:ext uri="{FF2B5EF4-FFF2-40B4-BE49-F238E27FC236}">
                <a16:creationId xmlns:a16="http://schemas.microsoft.com/office/drawing/2014/main" id="{FEE9BBC6-7FE3-AA08-6DA7-920978AE0AB4}"/>
              </a:ext>
            </a:extLst>
          </p:cNvPr>
          <p:cNvSpPr txBox="1"/>
          <p:nvPr/>
        </p:nvSpPr>
        <p:spPr>
          <a:xfrm>
            <a:off x="373761" y="5310353"/>
            <a:ext cx="5615686" cy="261610"/>
          </a:xfrm>
          <a:prstGeom prst="rect">
            <a:avLst/>
          </a:prstGeom>
          <a:noFill/>
        </p:spPr>
        <p:txBody>
          <a:bodyPr wrap="square">
            <a:spAutoFit/>
          </a:bodyPr>
          <a:lstStyle/>
          <a:p>
            <a:r>
              <a:rPr lang="fr-FR" sz="1100" i="1" dirty="0"/>
              <a:t>Source : https://clear.ml/blog/how-to-do-hyperparameter-optimization-better</a:t>
            </a:r>
          </a:p>
        </p:txBody>
      </p:sp>
      <p:pic>
        <p:nvPicPr>
          <p:cNvPr id="27" name="Image 26" descr="Une image contenant cheval, croquis, dessin, chariot&#10;&#10;Le contenu généré par l’IA peut être incorrect.">
            <a:extLst>
              <a:ext uri="{FF2B5EF4-FFF2-40B4-BE49-F238E27FC236}">
                <a16:creationId xmlns:a16="http://schemas.microsoft.com/office/drawing/2014/main" id="{5C040665-14B7-D9B3-50AA-64AFE34B09FF}"/>
              </a:ext>
            </a:extLst>
          </p:cNvPr>
          <p:cNvPicPr>
            <a:picLocks noChangeAspect="1"/>
          </p:cNvPicPr>
          <p:nvPr/>
        </p:nvPicPr>
        <p:blipFill>
          <a:blip r:embed="rId3"/>
          <a:stretch>
            <a:fillRect/>
          </a:stretch>
        </p:blipFill>
        <p:spPr>
          <a:xfrm>
            <a:off x="7421753" y="2579450"/>
            <a:ext cx="4484370" cy="298958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9" name="Image 28" descr="Une image contenant croquis, dessin, dessin humoristique, illustration&#10;&#10;Le contenu généré par l’IA peut être incorrect.">
            <a:extLst>
              <a:ext uri="{FF2B5EF4-FFF2-40B4-BE49-F238E27FC236}">
                <a16:creationId xmlns:a16="http://schemas.microsoft.com/office/drawing/2014/main" id="{EE20A490-A2CE-AE6E-2D3A-0330219BA8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761" y="2861826"/>
            <a:ext cx="4868164" cy="2424827"/>
          </a:xfrm>
          <a:prstGeom prst="rect">
            <a:avLst/>
          </a:prstGeom>
        </p:spPr>
      </p:pic>
      <p:sp>
        <p:nvSpPr>
          <p:cNvPr id="30" name="Flèche : droite rayée 29">
            <a:extLst>
              <a:ext uri="{FF2B5EF4-FFF2-40B4-BE49-F238E27FC236}">
                <a16:creationId xmlns:a16="http://schemas.microsoft.com/office/drawing/2014/main" id="{D1E082CD-2BB8-2A6A-3249-BD1993107003}"/>
              </a:ext>
            </a:extLst>
          </p:cNvPr>
          <p:cNvSpPr/>
          <p:nvPr/>
        </p:nvSpPr>
        <p:spPr>
          <a:xfrm>
            <a:off x="5615686" y="3429000"/>
            <a:ext cx="1316736" cy="1389888"/>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ZoneTexte 30">
            <a:extLst>
              <a:ext uri="{FF2B5EF4-FFF2-40B4-BE49-F238E27FC236}">
                <a16:creationId xmlns:a16="http://schemas.microsoft.com/office/drawing/2014/main" id="{9A5F835B-89D9-5DD8-E96D-38FF7539FA38}"/>
              </a:ext>
            </a:extLst>
          </p:cNvPr>
          <p:cNvSpPr txBox="1"/>
          <p:nvPr/>
        </p:nvSpPr>
        <p:spPr>
          <a:xfrm>
            <a:off x="8383836" y="5637250"/>
            <a:ext cx="2148291" cy="430887"/>
          </a:xfrm>
          <a:prstGeom prst="rect">
            <a:avLst/>
          </a:prstGeom>
          <a:noFill/>
        </p:spPr>
        <p:txBody>
          <a:bodyPr wrap="square">
            <a:spAutoFit/>
          </a:bodyPr>
          <a:lstStyle/>
          <a:p>
            <a:pPr algn="ctr"/>
            <a:r>
              <a:rPr lang="fr-FR" sz="1100" i="1" dirty="0" err="1"/>
              <a:t>Almost</a:t>
            </a:r>
            <a:r>
              <a:rPr lang="fr-FR" sz="1100" i="1" dirty="0"/>
              <a:t> </a:t>
            </a:r>
            <a:r>
              <a:rPr lang="fr-FR" sz="1100" i="1" dirty="0" err="1"/>
              <a:t>perfect</a:t>
            </a:r>
            <a:r>
              <a:rPr lang="fr-FR" sz="1100" i="1" dirty="0"/>
              <a:t>…</a:t>
            </a:r>
          </a:p>
          <a:p>
            <a:pPr algn="ctr"/>
            <a:r>
              <a:rPr lang="fr-FR" sz="1100" i="1" dirty="0" err="1"/>
              <a:t>Generated</a:t>
            </a:r>
            <a:r>
              <a:rPr lang="fr-FR" sz="1100" i="1" dirty="0"/>
              <a:t> </a:t>
            </a:r>
            <a:r>
              <a:rPr lang="fr-FR" sz="1100" i="1" dirty="0" err="1"/>
              <a:t>with</a:t>
            </a:r>
            <a:r>
              <a:rPr lang="fr-FR" sz="1100" i="1" dirty="0"/>
              <a:t> </a:t>
            </a:r>
            <a:r>
              <a:rPr lang="fr-FR" sz="1100" i="1" dirty="0" err="1"/>
              <a:t>ChatGPT</a:t>
            </a:r>
            <a:endParaRPr lang="fr-FR" sz="1100" i="1" dirty="0"/>
          </a:p>
        </p:txBody>
      </p:sp>
    </p:spTree>
    <p:extLst>
      <p:ext uri="{BB962C8B-B14F-4D97-AF65-F5344CB8AC3E}">
        <p14:creationId xmlns:p14="http://schemas.microsoft.com/office/powerpoint/2010/main" val="3064269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B401D-35BC-5961-7D11-BD73FE9E2EA5}"/>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AEA1BF2-5CC5-3836-FFC4-4FF966BAD0B2}"/>
              </a:ext>
            </a:extLst>
          </p:cNvPr>
          <p:cNvSpPr>
            <a:spLocks noGrp="1"/>
          </p:cNvSpPr>
          <p:nvPr>
            <p:ph type="sldNum" sz="quarter" idx="16"/>
          </p:nvPr>
        </p:nvSpPr>
        <p:spPr/>
        <p:txBody>
          <a:bodyPr/>
          <a:lstStyle/>
          <a:p>
            <a:fld id="{167A0328-A2CC-4110-85D0-A410FFB4F3E3}" type="slidenum">
              <a:rPr lang="fr-FR" smtClean="0"/>
              <a:pPr/>
              <a:t>4</a:t>
            </a:fld>
            <a:endParaRPr lang="fr-FR" dirty="0"/>
          </a:p>
        </p:txBody>
      </p:sp>
      <p:sp>
        <p:nvSpPr>
          <p:cNvPr id="4" name="Titre 3">
            <a:extLst>
              <a:ext uri="{FF2B5EF4-FFF2-40B4-BE49-F238E27FC236}">
                <a16:creationId xmlns:a16="http://schemas.microsoft.com/office/drawing/2014/main" id="{B4922C33-A643-01AB-EA57-26B4BAA911E3}"/>
              </a:ext>
            </a:extLst>
          </p:cNvPr>
          <p:cNvSpPr>
            <a:spLocks noGrp="1"/>
          </p:cNvSpPr>
          <p:nvPr>
            <p:ph type="title"/>
          </p:nvPr>
        </p:nvSpPr>
        <p:spPr/>
        <p:txBody>
          <a:bodyPr/>
          <a:lstStyle/>
          <a:p>
            <a:r>
              <a:rPr lang="fr-CH" dirty="0"/>
              <a:t>Neural Architecture </a:t>
            </a:r>
            <a:r>
              <a:rPr lang="fr-CH" dirty="0" err="1"/>
              <a:t>Search</a:t>
            </a:r>
            <a:endParaRPr lang="fr-CH" dirty="0"/>
          </a:p>
        </p:txBody>
      </p:sp>
      <p:sp>
        <p:nvSpPr>
          <p:cNvPr id="23" name="Espace réservé du contenu 22">
            <a:extLst>
              <a:ext uri="{FF2B5EF4-FFF2-40B4-BE49-F238E27FC236}">
                <a16:creationId xmlns:a16="http://schemas.microsoft.com/office/drawing/2014/main" id="{316E481C-BDC8-4968-2B7D-2C86878C99F9}"/>
              </a:ext>
            </a:extLst>
          </p:cNvPr>
          <p:cNvSpPr>
            <a:spLocks noGrp="1"/>
          </p:cNvSpPr>
          <p:nvPr>
            <p:ph sz="quarter" idx="13"/>
          </p:nvPr>
        </p:nvSpPr>
        <p:spPr>
          <a:xfrm>
            <a:off x="901700" y="2228122"/>
            <a:ext cx="10936160" cy="548640"/>
          </a:xfrm>
        </p:spPr>
        <p:txBody>
          <a:bodyPr>
            <a:normAutofit fontScale="92500"/>
          </a:bodyPr>
          <a:lstStyle/>
          <a:p>
            <a:pPr marL="0" indent="0">
              <a:buNone/>
            </a:pPr>
            <a:r>
              <a:rPr lang="fr-CH" b="1" dirty="0"/>
              <a:t>Goal</a:t>
            </a:r>
            <a:r>
              <a:rPr lang="fr-CH" dirty="0"/>
              <a:t> : </a:t>
            </a:r>
            <a:r>
              <a:rPr lang="fr-CH" dirty="0" err="1"/>
              <a:t>Find</a:t>
            </a:r>
            <a:r>
              <a:rPr lang="fr-CH" dirty="0"/>
              <a:t> </a:t>
            </a:r>
            <a:r>
              <a:rPr lang="fr-CH" dirty="0" err="1"/>
              <a:t>automatically</a:t>
            </a:r>
            <a:r>
              <a:rPr lang="fr-CH" dirty="0"/>
              <a:t> the optimal architecture </a:t>
            </a:r>
            <a:r>
              <a:rPr lang="fr-CH" dirty="0" err="1"/>
              <a:t>that</a:t>
            </a:r>
            <a:r>
              <a:rPr lang="fr-CH" dirty="0"/>
              <a:t> </a:t>
            </a:r>
            <a:r>
              <a:rPr lang="fr-CH" dirty="0" err="1"/>
              <a:t>minimize</a:t>
            </a:r>
            <a:r>
              <a:rPr lang="fr-CH" dirty="0"/>
              <a:t> multiple objectives.</a:t>
            </a:r>
            <a:endParaRPr lang="fr-FR" dirty="0"/>
          </a:p>
        </p:txBody>
      </p:sp>
      <p:sp>
        <p:nvSpPr>
          <p:cNvPr id="33" name="Espace réservé du contenu 22">
            <a:extLst>
              <a:ext uri="{FF2B5EF4-FFF2-40B4-BE49-F238E27FC236}">
                <a16:creationId xmlns:a16="http://schemas.microsoft.com/office/drawing/2014/main" id="{E08B864C-A1C2-CC41-A0E2-47DB2F39A4DF}"/>
              </a:ext>
            </a:extLst>
          </p:cNvPr>
          <p:cNvSpPr txBox="1">
            <a:spLocks/>
          </p:cNvSpPr>
          <p:nvPr/>
        </p:nvSpPr>
        <p:spPr>
          <a:xfrm>
            <a:off x="901700" y="3192711"/>
            <a:ext cx="5644243" cy="326614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CH" sz="2200" b="1" dirty="0"/>
              <a:t>Principal Objective : </a:t>
            </a:r>
          </a:p>
          <a:p>
            <a:r>
              <a:rPr lang="fr-CH" sz="2200" dirty="0" err="1"/>
              <a:t>Accuracy</a:t>
            </a:r>
            <a:endParaRPr lang="fr-CH" sz="2200" dirty="0"/>
          </a:p>
          <a:p>
            <a:endParaRPr lang="fr-CH" sz="2200" dirty="0"/>
          </a:p>
          <a:p>
            <a:pPr marL="0" indent="0">
              <a:buNone/>
            </a:pPr>
            <a:r>
              <a:rPr lang="fr-CH" sz="2200" b="1" dirty="0" err="1"/>
              <a:t>Device</a:t>
            </a:r>
            <a:r>
              <a:rPr lang="fr-CH" sz="2200" b="1" dirty="0"/>
              <a:t> </a:t>
            </a:r>
            <a:r>
              <a:rPr lang="fr-CH" sz="2200" b="1" dirty="0" err="1"/>
              <a:t>related</a:t>
            </a:r>
            <a:r>
              <a:rPr lang="fr-CH" sz="2200" b="1" dirty="0"/>
              <a:t> Objectives : </a:t>
            </a:r>
            <a:endParaRPr lang="fr-FR" sz="2200" dirty="0"/>
          </a:p>
          <a:p>
            <a:r>
              <a:rPr lang="fr-CH" sz="2200" dirty="0" err="1"/>
              <a:t>Latency</a:t>
            </a:r>
            <a:endParaRPr lang="fr-CH" sz="2200" dirty="0"/>
          </a:p>
          <a:p>
            <a:r>
              <a:rPr lang="fr-CH" sz="2200" dirty="0"/>
              <a:t>Model Size</a:t>
            </a:r>
          </a:p>
          <a:p>
            <a:r>
              <a:rPr lang="fr-CH" sz="2200" dirty="0"/>
              <a:t>Energy </a:t>
            </a:r>
            <a:r>
              <a:rPr lang="fr-CH" sz="2200" dirty="0" err="1"/>
              <a:t>Consumption</a:t>
            </a:r>
            <a:endParaRPr lang="fr-CH" sz="2200" dirty="0"/>
          </a:p>
          <a:p>
            <a:r>
              <a:rPr lang="fr-CH" sz="2200" dirty="0"/>
              <a:t>…</a:t>
            </a:r>
          </a:p>
          <a:p>
            <a:endParaRPr lang="fr-FR" sz="2200" dirty="0"/>
          </a:p>
        </p:txBody>
      </p:sp>
    </p:spTree>
    <p:extLst>
      <p:ext uri="{BB962C8B-B14F-4D97-AF65-F5344CB8AC3E}">
        <p14:creationId xmlns:p14="http://schemas.microsoft.com/office/powerpoint/2010/main" val="1532314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FA43A-5206-C641-14F0-13677817746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9ACB5E7-2472-B2EA-26E0-EBFEAE5243CD}"/>
              </a:ext>
            </a:extLst>
          </p:cNvPr>
          <p:cNvSpPr>
            <a:spLocks noGrp="1"/>
          </p:cNvSpPr>
          <p:nvPr>
            <p:ph type="sldNum" sz="quarter" idx="16"/>
          </p:nvPr>
        </p:nvSpPr>
        <p:spPr/>
        <p:txBody>
          <a:bodyPr/>
          <a:lstStyle/>
          <a:p>
            <a:fld id="{167A0328-A2CC-4110-85D0-A410FFB4F3E3}" type="slidenum">
              <a:rPr lang="fr-FR" smtClean="0"/>
              <a:pPr/>
              <a:t>5</a:t>
            </a:fld>
            <a:endParaRPr lang="fr-FR" dirty="0"/>
          </a:p>
        </p:txBody>
      </p:sp>
      <p:sp>
        <p:nvSpPr>
          <p:cNvPr id="4" name="Titre 3">
            <a:extLst>
              <a:ext uri="{FF2B5EF4-FFF2-40B4-BE49-F238E27FC236}">
                <a16:creationId xmlns:a16="http://schemas.microsoft.com/office/drawing/2014/main" id="{FDDACB94-B823-6608-D0E0-4A809D238D94}"/>
              </a:ext>
            </a:extLst>
          </p:cNvPr>
          <p:cNvSpPr>
            <a:spLocks noGrp="1"/>
          </p:cNvSpPr>
          <p:nvPr>
            <p:ph type="title"/>
          </p:nvPr>
        </p:nvSpPr>
        <p:spPr/>
        <p:txBody>
          <a:bodyPr/>
          <a:lstStyle/>
          <a:p>
            <a:r>
              <a:rPr lang="fr-CH" dirty="0" err="1"/>
              <a:t>Formal</a:t>
            </a:r>
            <a:r>
              <a:rPr lang="fr-CH" dirty="0"/>
              <a:t> Expression of NAS </a:t>
            </a:r>
            <a:r>
              <a:rPr lang="fr-CH" dirty="0" err="1"/>
              <a:t>Problem</a:t>
            </a:r>
            <a:endParaRPr lang="fr-CH" dirty="0"/>
          </a:p>
        </p:txBody>
      </p:sp>
      <p:sp>
        <p:nvSpPr>
          <p:cNvPr id="23" name="Espace réservé du contenu 22">
            <a:extLst>
              <a:ext uri="{FF2B5EF4-FFF2-40B4-BE49-F238E27FC236}">
                <a16:creationId xmlns:a16="http://schemas.microsoft.com/office/drawing/2014/main" id="{5B669B3F-83D9-B374-0465-B523E57B3FB8}"/>
              </a:ext>
            </a:extLst>
          </p:cNvPr>
          <p:cNvSpPr>
            <a:spLocks noGrp="1"/>
          </p:cNvSpPr>
          <p:nvPr>
            <p:ph sz="quarter" idx="13"/>
          </p:nvPr>
        </p:nvSpPr>
        <p:spPr>
          <a:xfrm>
            <a:off x="901700" y="2572055"/>
            <a:ext cx="10936160" cy="548640"/>
          </a:xfrm>
        </p:spPr>
        <p:txBody>
          <a:bodyPr/>
          <a:lstStyle/>
          <a:p>
            <a:pPr marL="0" indent="0">
              <a:buNone/>
            </a:pPr>
            <a:r>
              <a:rPr lang="fr-CH" b="1" dirty="0"/>
              <a:t>Equation 1</a:t>
            </a:r>
            <a:endParaRPr lang="fr-FR" dirty="0"/>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4901323D-D7FC-4241-702C-C6152B2D63FF}"/>
                  </a:ext>
                </a:extLst>
              </p:cNvPr>
              <p:cNvSpPr txBox="1"/>
              <p:nvPr/>
            </p:nvSpPr>
            <p:spPr>
              <a:xfrm>
                <a:off x="901700" y="3576463"/>
                <a:ext cx="10515600" cy="1740541"/>
              </a:xfrm>
              <a:prstGeom prst="rect">
                <a:avLst/>
              </a:prstGeom>
              <a:noFill/>
            </p:spPr>
            <p:txBody>
              <a:bodyPr wrap="square">
                <a:spAutoFit/>
              </a:bodyPr>
              <a:lstStyle/>
              <a:p>
                <a:pPr marL="0" indent="0">
                  <a:buNone/>
                </a:pPr>
                <a:r>
                  <a:rPr lang="fr-CH" sz="2800" b="1" dirty="0"/>
                  <a:t> 		</a:t>
                </a:r>
                <a14:m>
                  <m:oMath xmlns:m="http://schemas.openxmlformats.org/officeDocument/2006/math">
                    <m:func>
                      <m:funcPr>
                        <m:ctrlPr>
                          <a:rPr lang="fr-CH" sz="2800" b="1" i="1" smtClean="0">
                            <a:latin typeface="Cambria Math" panose="02040503050406030204" pitchFamily="18" charset="0"/>
                          </a:rPr>
                        </m:ctrlPr>
                      </m:funcPr>
                      <m:fName>
                        <m:limLow>
                          <m:limLowPr>
                            <m:ctrlPr>
                              <a:rPr lang="fr-CH" sz="2800" b="1" i="1" smtClean="0">
                                <a:latin typeface="Cambria Math" panose="02040503050406030204" pitchFamily="18" charset="0"/>
                              </a:rPr>
                            </m:ctrlPr>
                          </m:limLowPr>
                          <m:e>
                            <m:r>
                              <m:rPr>
                                <m:sty m:val="p"/>
                              </m:rPr>
                              <a:rPr lang="fr-CH" sz="2800" b="0" i="0" smtClean="0">
                                <a:latin typeface="Cambria Math" panose="02040503050406030204" pitchFamily="18" charset="0"/>
                              </a:rPr>
                              <m:t>min</m:t>
                            </m:r>
                          </m:e>
                          <m:lim>
                            <m:r>
                              <a:rPr lang="fr-CH" sz="2800" b="1" i="1" smtClean="0">
                                <a:latin typeface="Cambria Math" panose="02040503050406030204" pitchFamily="18" charset="0"/>
                              </a:rPr>
                              <m:t>𝒂</m:t>
                            </m:r>
                          </m:lim>
                        </m:limLow>
                        <m:r>
                          <a:rPr lang="fr-CH" sz="2800" b="1" i="1" smtClean="0">
                            <a:latin typeface="Cambria Math" panose="02040503050406030204" pitchFamily="18" charset="0"/>
                          </a:rPr>
                          <m:t>  </m:t>
                        </m:r>
                      </m:fName>
                      <m:e>
                        <m:r>
                          <a:rPr lang="fr-CH" sz="2800" b="1" i="1" smtClean="0">
                            <a:latin typeface="Cambria Math" panose="02040503050406030204" pitchFamily="18" charset="0"/>
                          </a:rPr>
                          <m:t>             </m:t>
                        </m:r>
                        <m:r>
                          <a:rPr lang="fr-CH" sz="2800" b="1" i="1" smtClean="0">
                            <a:latin typeface="Cambria Math" panose="02040503050406030204" pitchFamily="18" charset="0"/>
                          </a:rPr>
                          <m:t>𝑭</m:t>
                        </m:r>
                        <m:d>
                          <m:dPr>
                            <m:ctrlPr>
                              <a:rPr lang="fr-CH" sz="2800" b="1" i="1" smtClean="0">
                                <a:latin typeface="Cambria Math" panose="02040503050406030204" pitchFamily="18" charset="0"/>
                              </a:rPr>
                            </m:ctrlPr>
                          </m:dPr>
                          <m:e>
                            <m:r>
                              <a:rPr lang="fr-CH" sz="2800" b="1" i="1" smtClean="0">
                                <a:latin typeface="Cambria Math" panose="02040503050406030204" pitchFamily="18" charset="0"/>
                              </a:rPr>
                              <m:t>𝒂</m:t>
                            </m:r>
                          </m:e>
                        </m:d>
                        <m:r>
                          <a:rPr lang="fr-CH" sz="2800" b="1" i="1" smtClean="0">
                            <a:latin typeface="Cambria Math" panose="02040503050406030204" pitchFamily="18" charset="0"/>
                          </a:rPr>
                          <m:t>=</m:t>
                        </m:r>
                        <m:sSup>
                          <m:sSupPr>
                            <m:ctrlPr>
                              <a:rPr lang="fr-CH" sz="2800" b="1" i="1" smtClean="0">
                                <a:latin typeface="Cambria Math" panose="02040503050406030204" pitchFamily="18" charset="0"/>
                              </a:rPr>
                            </m:ctrlPr>
                          </m:sSupPr>
                          <m:e>
                            <m:d>
                              <m:dPr>
                                <m:begChr m:val="["/>
                                <m:endChr m:val="]"/>
                                <m:ctrlPr>
                                  <a:rPr lang="fr-CH" sz="2800" b="1" i="1" smtClean="0">
                                    <a:latin typeface="Cambria Math" panose="02040503050406030204" pitchFamily="18" charset="0"/>
                                  </a:rPr>
                                </m:ctrlPr>
                              </m:dPr>
                              <m:e>
                                <m:sSub>
                                  <m:sSubPr>
                                    <m:ctrlPr>
                                      <a:rPr lang="fr-CH" sz="2800" b="1" i="1" smtClean="0">
                                        <a:latin typeface="Cambria Math" panose="02040503050406030204" pitchFamily="18" charset="0"/>
                                      </a:rPr>
                                    </m:ctrlPr>
                                  </m:sSubPr>
                                  <m:e>
                                    <m:r>
                                      <a:rPr lang="fr-CH" sz="2800" b="1" i="1" smtClean="0">
                                        <a:latin typeface="Cambria Math" panose="02040503050406030204" pitchFamily="18" charset="0"/>
                                      </a:rPr>
                                      <m:t>𝒇</m:t>
                                    </m:r>
                                  </m:e>
                                  <m:sub>
                                    <m:r>
                                      <a:rPr lang="fr-CH" sz="2800" b="1" i="1" smtClean="0">
                                        <a:latin typeface="Cambria Math" panose="02040503050406030204" pitchFamily="18" charset="0"/>
                                      </a:rPr>
                                      <m:t>𝟏</m:t>
                                    </m:r>
                                  </m:sub>
                                </m:sSub>
                                <m:d>
                                  <m:dPr>
                                    <m:ctrlPr>
                                      <a:rPr lang="fr-CH" sz="2800" b="1" i="1" smtClean="0">
                                        <a:latin typeface="Cambria Math" panose="02040503050406030204" pitchFamily="18" charset="0"/>
                                      </a:rPr>
                                    </m:ctrlPr>
                                  </m:dPr>
                                  <m:e>
                                    <m:r>
                                      <a:rPr lang="fr-CH" sz="2800" b="1" i="1" smtClean="0">
                                        <a:latin typeface="Cambria Math" panose="02040503050406030204" pitchFamily="18" charset="0"/>
                                      </a:rPr>
                                      <m:t>𝒂</m:t>
                                    </m:r>
                                  </m:e>
                                </m:d>
                                <m:r>
                                  <a:rPr lang="fr-CH" sz="2800" b="1" i="1" smtClean="0">
                                    <a:latin typeface="Cambria Math" panose="02040503050406030204" pitchFamily="18" charset="0"/>
                                  </a:rPr>
                                  <m:t>, </m:t>
                                </m:r>
                                <m:sSub>
                                  <m:sSubPr>
                                    <m:ctrlPr>
                                      <a:rPr lang="fr-CH" sz="2800" b="1" i="1" smtClean="0">
                                        <a:latin typeface="Cambria Math" panose="02040503050406030204" pitchFamily="18" charset="0"/>
                                      </a:rPr>
                                    </m:ctrlPr>
                                  </m:sSubPr>
                                  <m:e>
                                    <m:r>
                                      <a:rPr lang="fr-CH" sz="2800" b="1" i="1" smtClean="0">
                                        <a:latin typeface="Cambria Math" panose="02040503050406030204" pitchFamily="18" charset="0"/>
                                      </a:rPr>
                                      <m:t>𝒇</m:t>
                                    </m:r>
                                  </m:e>
                                  <m:sub>
                                    <m:r>
                                      <a:rPr lang="fr-CH" sz="2800" b="1" i="1" smtClean="0">
                                        <a:latin typeface="Cambria Math" panose="02040503050406030204" pitchFamily="18" charset="0"/>
                                      </a:rPr>
                                      <m:t>𝟐</m:t>
                                    </m:r>
                                  </m:sub>
                                </m:sSub>
                                <m:d>
                                  <m:dPr>
                                    <m:ctrlPr>
                                      <a:rPr lang="fr-CH" sz="2800" b="1" i="1" smtClean="0">
                                        <a:latin typeface="Cambria Math" panose="02040503050406030204" pitchFamily="18" charset="0"/>
                                      </a:rPr>
                                    </m:ctrlPr>
                                  </m:dPr>
                                  <m:e>
                                    <m:r>
                                      <a:rPr lang="fr-CH" sz="2800" b="1" i="1" smtClean="0">
                                        <a:latin typeface="Cambria Math" panose="02040503050406030204" pitchFamily="18" charset="0"/>
                                      </a:rPr>
                                      <m:t>𝒂</m:t>
                                    </m:r>
                                  </m:e>
                                </m:d>
                                <m:r>
                                  <a:rPr lang="fr-CH" sz="2800" b="1" i="1" smtClean="0">
                                    <a:latin typeface="Cambria Math" panose="02040503050406030204" pitchFamily="18" charset="0"/>
                                  </a:rPr>
                                  <m:t>, …, </m:t>
                                </m:r>
                                <m:sSub>
                                  <m:sSubPr>
                                    <m:ctrlPr>
                                      <a:rPr lang="fr-CH" sz="2800" b="1" i="1" smtClean="0">
                                        <a:latin typeface="Cambria Math" panose="02040503050406030204" pitchFamily="18" charset="0"/>
                                      </a:rPr>
                                    </m:ctrlPr>
                                  </m:sSubPr>
                                  <m:e>
                                    <m:r>
                                      <a:rPr lang="fr-CH" sz="2800" b="1" i="1" smtClean="0">
                                        <a:latin typeface="Cambria Math" panose="02040503050406030204" pitchFamily="18" charset="0"/>
                                      </a:rPr>
                                      <m:t>𝒇</m:t>
                                    </m:r>
                                  </m:e>
                                  <m:sub>
                                    <m:r>
                                      <a:rPr lang="fr-CH" sz="2800" b="1" i="1" smtClean="0">
                                        <a:latin typeface="Cambria Math" panose="02040503050406030204" pitchFamily="18" charset="0"/>
                                      </a:rPr>
                                      <m:t>𝑴</m:t>
                                    </m:r>
                                  </m:sub>
                                </m:sSub>
                                <m:d>
                                  <m:dPr>
                                    <m:ctrlPr>
                                      <a:rPr lang="fr-CH" sz="2800" b="1" i="1" smtClean="0">
                                        <a:latin typeface="Cambria Math" panose="02040503050406030204" pitchFamily="18" charset="0"/>
                                      </a:rPr>
                                    </m:ctrlPr>
                                  </m:dPr>
                                  <m:e>
                                    <m:r>
                                      <a:rPr lang="fr-CH" sz="2800" b="1" i="1" smtClean="0">
                                        <a:latin typeface="Cambria Math" panose="02040503050406030204" pitchFamily="18" charset="0"/>
                                      </a:rPr>
                                      <m:t>𝒂</m:t>
                                    </m:r>
                                  </m:e>
                                </m:d>
                              </m:e>
                            </m:d>
                          </m:e>
                          <m:sup>
                            <m:r>
                              <a:rPr lang="fr-CH" sz="2800" b="1" i="1" smtClean="0">
                                <a:latin typeface="Cambria Math" panose="02040503050406030204" pitchFamily="18" charset="0"/>
                              </a:rPr>
                              <m:t>𝑻</m:t>
                            </m:r>
                          </m:sup>
                        </m:sSup>
                      </m:e>
                    </m:func>
                    <m:r>
                      <a:rPr lang="fr-CH" sz="2800" b="1" i="0" smtClean="0">
                        <a:latin typeface="Cambria Math" panose="02040503050406030204" pitchFamily="18" charset="0"/>
                      </a:rPr>
                      <m:t> </m:t>
                    </m:r>
                  </m:oMath>
                </a14:m>
                <a:r>
                  <a:rPr lang="fr-CH" sz="2800" b="1" dirty="0"/>
                  <a:t>	</a:t>
                </a:r>
                <a14:m>
                  <m:oMath xmlns:m="http://schemas.openxmlformats.org/officeDocument/2006/math">
                    <m:r>
                      <a:rPr lang="fr-CH" sz="2800" b="0" i="1" smtClean="0">
                        <a:latin typeface="Cambria Math" panose="02040503050406030204" pitchFamily="18" charset="0"/>
                      </a:rPr>
                      <m:t>𝑠𝑢𝑏𝑗𝑒𝑐𝑡</m:t>
                    </m:r>
                    <m:r>
                      <a:rPr lang="fr-CH" sz="2800" b="0" i="1" smtClean="0">
                        <a:latin typeface="Cambria Math" panose="02040503050406030204" pitchFamily="18" charset="0"/>
                      </a:rPr>
                      <m:t> </m:t>
                    </m:r>
                    <m:r>
                      <a:rPr lang="fr-CH" sz="2800" b="0" i="1" smtClean="0">
                        <a:latin typeface="Cambria Math" panose="02040503050406030204" pitchFamily="18" charset="0"/>
                      </a:rPr>
                      <m:t>𝑡𝑜</m:t>
                    </m:r>
                  </m:oMath>
                </a14:m>
                <a:r>
                  <a:rPr lang="fr-CH" sz="2800" i="1" dirty="0">
                    <a:latin typeface="Cambria Math" panose="02040503050406030204" pitchFamily="18" charset="0"/>
                    <a:ea typeface="Cambria Math" panose="02040503050406030204" pitchFamily="18" charset="0"/>
                  </a:rPr>
                  <a:t> </a:t>
                </a:r>
                <a:r>
                  <a:rPr lang="fr-CH" sz="2800" b="1" i="1" dirty="0">
                    <a:latin typeface="Cambria Math" panose="02040503050406030204" pitchFamily="18" charset="0"/>
                    <a:ea typeface="Cambria Math" panose="02040503050406030204" pitchFamily="18" charset="0"/>
                  </a:rPr>
                  <a:t>		</a:t>
                </a:r>
                <a14:m>
                  <m:oMath xmlns:m="http://schemas.openxmlformats.org/officeDocument/2006/math">
                    <m:r>
                      <a:rPr lang="fr-CH" sz="2800" b="1" i="1" smtClean="0">
                        <a:latin typeface="Cambria Math" panose="02040503050406030204" pitchFamily="18" charset="0"/>
                      </a:rPr>
                      <m:t>𝒂</m:t>
                    </m:r>
                    <m:r>
                      <a:rPr lang="fr-CH" sz="2800" b="1" i="1" smtClean="0">
                        <a:latin typeface="Cambria Math" panose="02040503050406030204" pitchFamily="18" charset="0"/>
                      </a:rPr>
                      <m:t> ∈</m:t>
                    </m:r>
                    <m:r>
                      <a:rPr lang="fr-CH" sz="2800" b="1" i="1" smtClean="0">
                        <a:latin typeface="Cambria Math" panose="02040503050406030204" pitchFamily="18" charset="0"/>
                        <a:ea typeface="Cambria Math" panose="02040503050406030204" pitchFamily="18" charset="0"/>
                      </a:rPr>
                      <m:t>𝑨</m:t>
                    </m:r>
                    <m:r>
                      <a:rPr lang="fr-CH" sz="2800" b="1" i="1" smtClean="0">
                        <a:latin typeface="Cambria Math" panose="02040503050406030204" pitchFamily="18" charset="0"/>
                        <a:ea typeface="Cambria Math" panose="02040503050406030204" pitchFamily="18" charset="0"/>
                      </a:rPr>
                      <m:t> </m:t>
                    </m:r>
                  </m:oMath>
                </a14:m>
                <a:br>
                  <a:rPr lang="fr-CH" sz="2800" b="1" i="1" dirty="0">
                    <a:latin typeface="Cambria Math" panose="02040503050406030204" pitchFamily="18" charset="0"/>
                    <a:ea typeface="Cambria Math" panose="02040503050406030204" pitchFamily="18" charset="0"/>
                  </a:rPr>
                </a:br>
                <a:r>
                  <a:rPr lang="fr-CH" sz="2800" b="1" i="1" dirty="0">
                    <a:latin typeface="Cambria Math" panose="02040503050406030204" pitchFamily="18" charset="0"/>
                    <a:ea typeface="Cambria Math" panose="02040503050406030204" pitchFamily="18" charset="0"/>
                  </a:rPr>
                  <a:t>				</a:t>
                </a:r>
                <a14:m>
                  <m:oMath xmlns:m="http://schemas.openxmlformats.org/officeDocument/2006/math">
                    <m:sSup>
                      <m:sSupPr>
                        <m:ctrlPr>
                          <a:rPr lang="fr-CH" sz="2800" b="1" i="1" smtClean="0">
                            <a:latin typeface="Cambria Math" panose="02040503050406030204" pitchFamily="18" charset="0"/>
                            <a:ea typeface="Cambria Math" panose="02040503050406030204" pitchFamily="18" charset="0"/>
                          </a:rPr>
                        </m:ctrlPr>
                      </m:sSupPr>
                      <m:e>
                        <m:r>
                          <a:rPr lang="fr-CH" sz="2800" b="1" i="1" smtClean="0">
                            <a:latin typeface="Cambria Math" panose="02040503050406030204" pitchFamily="18" charset="0"/>
                            <a:ea typeface="Cambria Math" panose="02040503050406030204" pitchFamily="18" charset="0"/>
                          </a:rPr>
                          <m:t>𝒘</m:t>
                        </m:r>
                      </m:e>
                      <m:sup>
                        <m:r>
                          <a:rPr lang="fr-CH" sz="2800" b="1" i="1" smtClean="0">
                            <a:latin typeface="Cambria Math" panose="02040503050406030204" pitchFamily="18" charset="0"/>
                            <a:ea typeface="Cambria Math" panose="02040503050406030204" pitchFamily="18" charset="0"/>
                          </a:rPr>
                          <m:t>∗</m:t>
                        </m:r>
                      </m:sup>
                    </m:sSup>
                    <m:d>
                      <m:dPr>
                        <m:ctrlPr>
                          <a:rPr lang="fr-CH" sz="2800" b="1" i="1" smtClean="0">
                            <a:latin typeface="Cambria Math" panose="02040503050406030204" pitchFamily="18" charset="0"/>
                            <a:ea typeface="Cambria Math" panose="02040503050406030204" pitchFamily="18" charset="0"/>
                          </a:rPr>
                        </m:ctrlPr>
                      </m:dPr>
                      <m:e>
                        <m:r>
                          <a:rPr lang="fr-CH" sz="2800" b="1" i="1" smtClean="0">
                            <a:latin typeface="Cambria Math" panose="02040503050406030204" pitchFamily="18" charset="0"/>
                            <a:ea typeface="Cambria Math" panose="02040503050406030204" pitchFamily="18" charset="0"/>
                          </a:rPr>
                          <m:t>𝒂</m:t>
                        </m:r>
                      </m:e>
                    </m:d>
                    <m:r>
                      <a:rPr lang="fr-CH" sz="2800" b="1" i="1" smtClean="0">
                        <a:latin typeface="Cambria Math" panose="02040503050406030204" pitchFamily="18" charset="0"/>
                        <a:ea typeface="Cambria Math" panose="02040503050406030204" pitchFamily="18" charset="0"/>
                      </a:rPr>
                      <m:t>= </m:t>
                    </m:r>
                    <m:func>
                      <m:funcPr>
                        <m:ctrlPr>
                          <a:rPr lang="fr-CH" sz="2800" b="1" i="1" smtClean="0">
                            <a:latin typeface="Cambria Math" panose="02040503050406030204" pitchFamily="18" charset="0"/>
                            <a:ea typeface="Cambria Math" panose="02040503050406030204" pitchFamily="18" charset="0"/>
                          </a:rPr>
                        </m:ctrlPr>
                      </m:funcPr>
                      <m:fName>
                        <m:limLow>
                          <m:limLowPr>
                            <m:ctrlPr>
                              <a:rPr lang="fr-CH" sz="2800" b="1" i="1" smtClean="0">
                                <a:latin typeface="Cambria Math" panose="02040503050406030204" pitchFamily="18" charset="0"/>
                                <a:ea typeface="Cambria Math" panose="02040503050406030204" pitchFamily="18" charset="0"/>
                              </a:rPr>
                            </m:ctrlPr>
                          </m:limLowPr>
                          <m:e>
                            <m:r>
                              <m:rPr>
                                <m:sty m:val="p"/>
                              </m:rPr>
                              <a:rPr lang="fr-CH" sz="2800" b="0" i="0" smtClean="0">
                                <a:latin typeface="Cambria Math" panose="02040503050406030204" pitchFamily="18" charset="0"/>
                                <a:ea typeface="Cambria Math" panose="02040503050406030204" pitchFamily="18" charset="0"/>
                              </a:rPr>
                              <m:t>argmin</m:t>
                            </m:r>
                          </m:e>
                          <m:lim>
                            <m:r>
                              <a:rPr lang="fr-CH" sz="2800" b="0" i="1" smtClean="0">
                                <a:latin typeface="Cambria Math" panose="02040503050406030204" pitchFamily="18" charset="0"/>
                                <a:ea typeface="Cambria Math" panose="02040503050406030204" pitchFamily="18" charset="0"/>
                              </a:rPr>
                              <m:t>𝑤</m:t>
                            </m:r>
                          </m:lim>
                        </m:limLow>
                      </m:fName>
                      <m:e>
                        <m:sSub>
                          <m:sSubPr>
                            <m:ctrlPr>
                              <a:rPr lang="fr-CH" sz="2800" b="1" i="1" smtClean="0">
                                <a:latin typeface="Cambria Math" panose="02040503050406030204" pitchFamily="18" charset="0"/>
                                <a:ea typeface="Cambria Math" panose="02040503050406030204" pitchFamily="18" charset="0"/>
                              </a:rPr>
                            </m:ctrlPr>
                          </m:sSubPr>
                          <m:e>
                            <m:r>
                              <a:rPr lang="fr-CH" sz="2800" b="1" i="1" smtClean="0">
                                <a:latin typeface="Cambria Math" panose="02040503050406030204" pitchFamily="18" charset="0"/>
                                <a:ea typeface="Cambria Math" panose="02040503050406030204" pitchFamily="18" charset="0"/>
                              </a:rPr>
                              <m:t>𝑳</m:t>
                            </m:r>
                          </m:e>
                          <m:sub>
                            <m:r>
                              <a:rPr lang="fr-CH" sz="2800" b="1" i="1" smtClean="0">
                                <a:latin typeface="Cambria Math" panose="02040503050406030204" pitchFamily="18" charset="0"/>
                                <a:ea typeface="Cambria Math" panose="02040503050406030204" pitchFamily="18" charset="0"/>
                              </a:rPr>
                              <m:t>𝒕𝒓𝒂𝒊𝒏</m:t>
                            </m:r>
                          </m:sub>
                        </m:sSub>
                        <m:r>
                          <a:rPr lang="fr-CH" sz="2800" b="1" i="1" smtClean="0">
                            <a:latin typeface="Cambria Math" panose="02040503050406030204" pitchFamily="18" charset="0"/>
                            <a:ea typeface="Cambria Math" panose="02040503050406030204" pitchFamily="18" charset="0"/>
                          </a:rPr>
                          <m:t>(</m:t>
                        </m:r>
                        <m:r>
                          <a:rPr lang="fr-CH" sz="2800" b="1" i="1" smtClean="0">
                            <a:latin typeface="Cambria Math" panose="02040503050406030204" pitchFamily="18" charset="0"/>
                            <a:ea typeface="Cambria Math" panose="02040503050406030204" pitchFamily="18" charset="0"/>
                          </a:rPr>
                          <m:t>𝒂</m:t>
                        </m:r>
                        <m:r>
                          <a:rPr lang="fr-CH" sz="2800" b="1" i="1" smtClean="0">
                            <a:latin typeface="Cambria Math" panose="02040503050406030204" pitchFamily="18" charset="0"/>
                            <a:ea typeface="Cambria Math" panose="02040503050406030204" pitchFamily="18" charset="0"/>
                          </a:rPr>
                          <m:t>,</m:t>
                        </m:r>
                        <m:r>
                          <a:rPr lang="fr-CH" sz="2800" b="1" i="1" smtClean="0">
                            <a:latin typeface="Cambria Math" panose="02040503050406030204" pitchFamily="18" charset="0"/>
                            <a:ea typeface="Cambria Math" panose="02040503050406030204" pitchFamily="18" charset="0"/>
                          </a:rPr>
                          <m:t>𝒘</m:t>
                        </m:r>
                        <m:r>
                          <a:rPr lang="fr-CH" sz="2800" b="1" i="1" smtClean="0">
                            <a:latin typeface="Cambria Math" panose="02040503050406030204" pitchFamily="18" charset="0"/>
                            <a:ea typeface="Cambria Math" panose="02040503050406030204" pitchFamily="18" charset="0"/>
                          </a:rPr>
                          <m:t>)</m:t>
                        </m:r>
                      </m:e>
                    </m:func>
                  </m:oMath>
                </a14:m>
                <a:endParaRPr lang="fr-FR" sz="2800" dirty="0"/>
              </a:p>
            </p:txBody>
          </p:sp>
        </mc:Choice>
        <mc:Fallback xmlns="">
          <p:sp>
            <p:nvSpPr>
              <p:cNvPr id="6" name="ZoneTexte 5">
                <a:extLst>
                  <a:ext uri="{FF2B5EF4-FFF2-40B4-BE49-F238E27FC236}">
                    <a16:creationId xmlns:a16="http://schemas.microsoft.com/office/drawing/2014/main" id="{4901323D-D7FC-4241-702C-C6152B2D63FF}"/>
                  </a:ext>
                </a:extLst>
              </p:cNvPr>
              <p:cNvSpPr txBox="1">
                <a:spLocks noRot="1" noChangeAspect="1" noMove="1" noResize="1" noEditPoints="1" noAdjustHandles="1" noChangeArrowheads="1" noChangeShapeType="1" noTextEdit="1"/>
              </p:cNvSpPr>
              <p:nvPr/>
            </p:nvSpPr>
            <p:spPr>
              <a:xfrm>
                <a:off x="901700" y="3576463"/>
                <a:ext cx="10515600" cy="1740541"/>
              </a:xfrm>
              <a:prstGeom prst="rect">
                <a:avLst/>
              </a:prstGeom>
              <a:blipFill>
                <a:blip r:embed="rId3"/>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1867101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001D3-2909-3075-32DD-7197B54BAD9F}"/>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51311B1-7DCE-876E-1FF0-DF52AC71A886}"/>
              </a:ext>
            </a:extLst>
          </p:cNvPr>
          <p:cNvSpPr>
            <a:spLocks noGrp="1"/>
          </p:cNvSpPr>
          <p:nvPr>
            <p:ph type="sldNum" sz="quarter" idx="16"/>
          </p:nvPr>
        </p:nvSpPr>
        <p:spPr>
          <a:xfrm>
            <a:off x="4811032" y="6465998"/>
            <a:ext cx="3263900" cy="196850"/>
          </a:xfrm>
        </p:spPr>
        <p:txBody>
          <a:bodyPr/>
          <a:lstStyle/>
          <a:p>
            <a:fld id="{167A0328-A2CC-4110-85D0-A410FFB4F3E3}" type="slidenum">
              <a:rPr lang="fr-FR" smtClean="0"/>
              <a:pPr/>
              <a:t>6</a:t>
            </a:fld>
            <a:endParaRPr lang="fr-FR" dirty="0"/>
          </a:p>
        </p:txBody>
      </p:sp>
      <p:sp>
        <p:nvSpPr>
          <p:cNvPr id="4" name="Titre 3">
            <a:extLst>
              <a:ext uri="{FF2B5EF4-FFF2-40B4-BE49-F238E27FC236}">
                <a16:creationId xmlns:a16="http://schemas.microsoft.com/office/drawing/2014/main" id="{F9D50C28-2BB1-F1F0-ABC6-22253FB4ECAE}"/>
              </a:ext>
            </a:extLst>
          </p:cNvPr>
          <p:cNvSpPr>
            <a:spLocks noGrp="1"/>
          </p:cNvSpPr>
          <p:nvPr>
            <p:ph type="title"/>
          </p:nvPr>
        </p:nvSpPr>
        <p:spPr/>
        <p:txBody>
          <a:bodyPr/>
          <a:lstStyle/>
          <a:p>
            <a:r>
              <a:rPr lang="fr-CH" dirty="0"/>
              <a:t>Neural Architecture </a:t>
            </a:r>
            <a:r>
              <a:rPr lang="fr-CH" dirty="0" err="1"/>
              <a:t>Search</a:t>
            </a:r>
            <a:endParaRPr lang="fr-CH" dirty="0"/>
          </a:p>
        </p:txBody>
      </p:sp>
      <p:sp>
        <p:nvSpPr>
          <p:cNvPr id="23" name="Espace réservé du contenu 22">
            <a:extLst>
              <a:ext uri="{FF2B5EF4-FFF2-40B4-BE49-F238E27FC236}">
                <a16:creationId xmlns:a16="http://schemas.microsoft.com/office/drawing/2014/main" id="{29C52F38-87FE-490A-8A4C-10DC5E7571B7}"/>
              </a:ext>
            </a:extLst>
          </p:cNvPr>
          <p:cNvSpPr>
            <a:spLocks noGrp="1"/>
          </p:cNvSpPr>
          <p:nvPr>
            <p:ph sz="quarter" idx="13"/>
          </p:nvPr>
        </p:nvSpPr>
        <p:spPr>
          <a:xfrm>
            <a:off x="901700" y="2228122"/>
            <a:ext cx="10936160" cy="548640"/>
          </a:xfrm>
        </p:spPr>
        <p:txBody>
          <a:bodyPr>
            <a:normAutofit/>
          </a:bodyPr>
          <a:lstStyle/>
          <a:p>
            <a:pPr marL="0" indent="0">
              <a:buNone/>
            </a:pPr>
            <a:r>
              <a:rPr lang="fr-CH" b="1" dirty="0" err="1"/>
              <a:t>Cell-Based</a:t>
            </a:r>
            <a:r>
              <a:rPr lang="fr-CH" b="1" dirty="0"/>
              <a:t> </a:t>
            </a:r>
            <a:r>
              <a:rPr lang="fr-CH" b="1" dirty="0" err="1"/>
              <a:t>Search</a:t>
            </a:r>
            <a:r>
              <a:rPr lang="fr-CH" b="1" dirty="0"/>
              <a:t> </a:t>
            </a:r>
            <a:r>
              <a:rPr lang="fr-CH" b="1" dirty="0" err="1"/>
              <a:t>Space</a:t>
            </a:r>
            <a:endParaRPr lang="fr-FR" dirty="0"/>
          </a:p>
        </p:txBody>
      </p:sp>
      <p:sp>
        <p:nvSpPr>
          <p:cNvPr id="8" name="Ellipse 7">
            <a:extLst>
              <a:ext uri="{FF2B5EF4-FFF2-40B4-BE49-F238E27FC236}">
                <a16:creationId xmlns:a16="http://schemas.microsoft.com/office/drawing/2014/main" id="{0FAFF94B-80CD-E06C-FD04-7702F883571D}"/>
              </a:ext>
            </a:extLst>
          </p:cNvPr>
          <p:cNvSpPr/>
          <p:nvPr/>
        </p:nvSpPr>
        <p:spPr>
          <a:xfrm>
            <a:off x="813061" y="3242426"/>
            <a:ext cx="1073796" cy="997857"/>
          </a:xfrm>
          <a:prstGeom prst="ellipse">
            <a:avLst/>
          </a:prstGeom>
          <a:ln w="57150"/>
        </p:spPr>
        <p:style>
          <a:lnRef idx="1">
            <a:schemeClr val="accent6"/>
          </a:lnRef>
          <a:fillRef idx="2">
            <a:schemeClr val="accent6"/>
          </a:fillRef>
          <a:effectRef idx="1">
            <a:schemeClr val="accent6"/>
          </a:effectRef>
          <a:fontRef idx="minor">
            <a:schemeClr val="dk1"/>
          </a:fontRef>
        </p:style>
        <p:txBody>
          <a:bodyPr rtlCol="0" anchor="ctr"/>
          <a:lstStyle/>
          <a:p>
            <a:pPr algn="ctr"/>
            <a:endParaRPr lang="fr-FR"/>
          </a:p>
        </p:txBody>
      </p:sp>
      <p:cxnSp>
        <p:nvCxnSpPr>
          <p:cNvPr id="11" name="Connecteur droit 10">
            <a:extLst>
              <a:ext uri="{FF2B5EF4-FFF2-40B4-BE49-F238E27FC236}">
                <a16:creationId xmlns:a16="http://schemas.microsoft.com/office/drawing/2014/main" id="{8E42C042-6DE6-6DB0-BBDE-1D22A35FB559}"/>
              </a:ext>
            </a:extLst>
          </p:cNvPr>
          <p:cNvCxnSpPr>
            <a:cxnSpLocks/>
          </p:cNvCxnSpPr>
          <p:nvPr/>
        </p:nvCxnSpPr>
        <p:spPr>
          <a:xfrm>
            <a:off x="856343" y="4953860"/>
            <a:ext cx="1030514" cy="0"/>
          </a:xfrm>
          <a:prstGeom prst="line">
            <a:avLst/>
          </a:prstGeom>
          <a:ln w="76200"/>
        </p:spPr>
        <p:style>
          <a:lnRef idx="2">
            <a:schemeClr val="dk1"/>
          </a:lnRef>
          <a:fillRef idx="0">
            <a:schemeClr val="dk1"/>
          </a:fillRef>
          <a:effectRef idx="1">
            <a:schemeClr val="dk1"/>
          </a:effectRef>
          <a:fontRef idx="minor">
            <a:schemeClr val="tx1"/>
          </a:fontRef>
        </p:style>
      </p:cxnSp>
      <p:sp>
        <p:nvSpPr>
          <p:cNvPr id="13" name="Espace réservé du contenu 22">
            <a:extLst>
              <a:ext uri="{FF2B5EF4-FFF2-40B4-BE49-F238E27FC236}">
                <a16:creationId xmlns:a16="http://schemas.microsoft.com/office/drawing/2014/main" id="{22C09F8E-A19B-A1F3-2281-0D882026E798}"/>
              </a:ext>
            </a:extLst>
          </p:cNvPr>
          <p:cNvSpPr txBox="1">
            <a:spLocks/>
          </p:cNvSpPr>
          <p:nvPr/>
        </p:nvSpPr>
        <p:spPr>
          <a:xfrm>
            <a:off x="2337954" y="3529995"/>
            <a:ext cx="5630390" cy="4206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H" dirty="0" err="1"/>
              <a:t>Each</a:t>
            </a:r>
            <a:r>
              <a:rPr lang="fr-CH" dirty="0"/>
              <a:t> </a:t>
            </a:r>
            <a:r>
              <a:rPr lang="fr-CH" dirty="0" err="1"/>
              <a:t>node</a:t>
            </a:r>
            <a:r>
              <a:rPr lang="fr-CH" dirty="0"/>
              <a:t> </a:t>
            </a:r>
            <a:r>
              <a:rPr lang="fr-CH" dirty="0" err="1"/>
              <a:t>represent</a:t>
            </a:r>
            <a:r>
              <a:rPr lang="fr-CH" dirty="0"/>
              <a:t> a </a:t>
            </a:r>
            <a:r>
              <a:rPr lang="fr-CH" dirty="0" err="1"/>
              <a:t>feature</a:t>
            </a:r>
            <a:r>
              <a:rPr lang="fr-CH" dirty="0"/>
              <a:t> </a:t>
            </a:r>
            <a:r>
              <a:rPr lang="fr-CH" dirty="0" err="1"/>
              <a:t>tensor</a:t>
            </a:r>
            <a:endParaRPr lang="fr-FR" dirty="0"/>
          </a:p>
        </p:txBody>
      </p:sp>
      <p:sp>
        <p:nvSpPr>
          <p:cNvPr id="14" name="Espace réservé du contenu 22">
            <a:extLst>
              <a:ext uri="{FF2B5EF4-FFF2-40B4-BE49-F238E27FC236}">
                <a16:creationId xmlns:a16="http://schemas.microsoft.com/office/drawing/2014/main" id="{695025B7-BF1F-5FF3-7DD5-4976D8B0A5FA}"/>
              </a:ext>
            </a:extLst>
          </p:cNvPr>
          <p:cNvSpPr txBox="1">
            <a:spLocks/>
          </p:cNvSpPr>
          <p:nvPr/>
        </p:nvSpPr>
        <p:spPr>
          <a:xfrm>
            <a:off x="2337953" y="4787688"/>
            <a:ext cx="5736979" cy="4206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H" dirty="0" err="1"/>
              <a:t>Each</a:t>
            </a:r>
            <a:r>
              <a:rPr lang="fr-CH" dirty="0"/>
              <a:t> </a:t>
            </a:r>
            <a:r>
              <a:rPr lang="fr-CH" dirty="0" err="1"/>
              <a:t>edge</a:t>
            </a:r>
            <a:r>
              <a:rPr lang="fr-CH" dirty="0"/>
              <a:t> </a:t>
            </a:r>
            <a:r>
              <a:rPr lang="fr-CH" dirty="0" err="1"/>
              <a:t>represent</a:t>
            </a:r>
            <a:r>
              <a:rPr lang="fr-CH" dirty="0"/>
              <a:t> an </a:t>
            </a:r>
            <a:r>
              <a:rPr lang="fr-CH" dirty="0" err="1"/>
              <a:t>operation</a:t>
            </a:r>
            <a:endParaRPr lang="fr-FR" dirty="0"/>
          </a:p>
        </p:txBody>
      </p:sp>
      <p:pic>
        <p:nvPicPr>
          <p:cNvPr id="15" name="Image 14" descr="Une image contenant roue, Roue de vélo, vélo, conception&#10;&#10;Le contenu généré par l’IA peut être incorrect.">
            <a:extLst>
              <a:ext uri="{FF2B5EF4-FFF2-40B4-BE49-F238E27FC236}">
                <a16:creationId xmlns:a16="http://schemas.microsoft.com/office/drawing/2014/main" id="{B60AD396-525A-876C-AAC6-C7A6FC84BE1E}"/>
              </a:ext>
            </a:extLst>
          </p:cNvPr>
          <p:cNvPicPr>
            <a:picLocks noChangeAspect="1"/>
          </p:cNvPicPr>
          <p:nvPr/>
        </p:nvPicPr>
        <p:blipFill>
          <a:blip r:embed="rId3"/>
          <a:srcRect l="578" t="5719" r="70515" b="29412"/>
          <a:stretch/>
        </p:blipFill>
        <p:spPr>
          <a:xfrm>
            <a:off x="703943" y="5523143"/>
            <a:ext cx="1335314" cy="1026801"/>
          </a:xfrm>
          <a:prstGeom prst="rect">
            <a:avLst/>
          </a:prstGeom>
        </p:spPr>
      </p:pic>
      <p:sp>
        <p:nvSpPr>
          <p:cNvPr id="16" name="Espace réservé du contenu 22">
            <a:extLst>
              <a:ext uri="{FF2B5EF4-FFF2-40B4-BE49-F238E27FC236}">
                <a16:creationId xmlns:a16="http://schemas.microsoft.com/office/drawing/2014/main" id="{C13DCDF4-946F-C0C0-5E70-BAD47776B657}"/>
              </a:ext>
            </a:extLst>
          </p:cNvPr>
          <p:cNvSpPr txBox="1">
            <a:spLocks/>
          </p:cNvSpPr>
          <p:nvPr/>
        </p:nvSpPr>
        <p:spPr>
          <a:xfrm>
            <a:off x="2337953" y="5835073"/>
            <a:ext cx="5736979" cy="4206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H" dirty="0"/>
              <a:t>Building block are </a:t>
            </a:r>
            <a:r>
              <a:rPr lang="fr-CH" dirty="0" err="1"/>
              <a:t>called</a:t>
            </a:r>
            <a:r>
              <a:rPr lang="fr-CH" dirty="0"/>
              <a:t> «</a:t>
            </a:r>
            <a:r>
              <a:rPr lang="fr-CH" dirty="0" err="1"/>
              <a:t>Cell</a:t>
            </a:r>
            <a:r>
              <a:rPr lang="fr-CH" dirty="0"/>
              <a:t>»</a:t>
            </a:r>
            <a:endParaRPr lang="fr-FR" dirty="0"/>
          </a:p>
        </p:txBody>
      </p:sp>
      <p:sp>
        <p:nvSpPr>
          <p:cNvPr id="17" name="Espace réservé du contenu 22">
            <a:extLst>
              <a:ext uri="{FF2B5EF4-FFF2-40B4-BE49-F238E27FC236}">
                <a16:creationId xmlns:a16="http://schemas.microsoft.com/office/drawing/2014/main" id="{9B2DE9FC-BFB4-4317-D379-4B97A69E5929}"/>
              </a:ext>
            </a:extLst>
          </p:cNvPr>
          <p:cNvSpPr txBox="1">
            <a:spLocks/>
          </p:cNvSpPr>
          <p:nvPr/>
        </p:nvSpPr>
        <p:spPr>
          <a:xfrm>
            <a:off x="8526028" y="3544540"/>
            <a:ext cx="3506314" cy="251538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H" i="1" dirty="0"/>
              <a:t>Common Operations :</a:t>
            </a:r>
          </a:p>
          <a:p>
            <a:pPr marL="0" indent="0">
              <a:buNone/>
            </a:pPr>
            <a:endParaRPr lang="fr-CH" i="1" dirty="0"/>
          </a:p>
          <a:p>
            <a:pPr>
              <a:buFontTx/>
              <a:buChar char="-"/>
            </a:pPr>
            <a:r>
              <a:rPr lang="fr-CH" i="1" dirty="0"/>
              <a:t>3x3 Convolution </a:t>
            </a:r>
          </a:p>
          <a:p>
            <a:pPr>
              <a:buFontTx/>
              <a:buChar char="-"/>
            </a:pPr>
            <a:r>
              <a:rPr lang="fr-CH" i="1" dirty="0"/>
              <a:t>Max-</a:t>
            </a:r>
            <a:r>
              <a:rPr lang="fr-CH" i="1" dirty="0" err="1"/>
              <a:t>Pooling</a:t>
            </a:r>
            <a:endParaRPr lang="fr-CH" i="1" dirty="0"/>
          </a:p>
          <a:p>
            <a:pPr>
              <a:buFontTx/>
              <a:buChar char="-"/>
            </a:pPr>
            <a:r>
              <a:rPr lang="fr-CH" i="1" dirty="0"/>
              <a:t>Skip Connection</a:t>
            </a:r>
          </a:p>
          <a:p>
            <a:pPr>
              <a:buFontTx/>
              <a:buChar char="-"/>
            </a:pPr>
            <a:r>
              <a:rPr lang="fr-CH" i="1" dirty="0"/>
              <a:t>Identity </a:t>
            </a:r>
          </a:p>
          <a:p>
            <a:pPr>
              <a:buFontTx/>
              <a:buChar char="-"/>
            </a:pPr>
            <a:r>
              <a:rPr lang="fr-CH" i="1" dirty="0" err="1"/>
              <a:t>Zeroise</a:t>
            </a:r>
            <a:endParaRPr lang="fr-FR" i="1" dirty="0"/>
          </a:p>
        </p:txBody>
      </p:sp>
    </p:spTree>
    <p:extLst>
      <p:ext uri="{BB962C8B-B14F-4D97-AF65-F5344CB8AC3E}">
        <p14:creationId xmlns:p14="http://schemas.microsoft.com/office/powerpoint/2010/main" val="2083188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9C253-E0D3-B3DB-4F56-7161C136942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7111860-34A5-F1D3-00EC-35C8428A026C}"/>
              </a:ext>
            </a:extLst>
          </p:cNvPr>
          <p:cNvSpPr>
            <a:spLocks noGrp="1"/>
          </p:cNvSpPr>
          <p:nvPr>
            <p:ph type="sldNum" sz="quarter" idx="16"/>
          </p:nvPr>
        </p:nvSpPr>
        <p:spPr/>
        <p:txBody>
          <a:bodyPr/>
          <a:lstStyle/>
          <a:p>
            <a:fld id="{167A0328-A2CC-4110-85D0-A410FFB4F3E3}" type="slidenum">
              <a:rPr lang="fr-FR" smtClean="0"/>
              <a:pPr/>
              <a:t>7</a:t>
            </a:fld>
            <a:endParaRPr lang="fr-FR" dirty="0"/>
          </a:p>
        </p:txBody>
      </p:sp>
      <p:sp>
        <p:nvSpPr>
          <p:cNvPr id="4" name="Titre 3">
            <a:extLst>
              <a:ext uri="{FF2B5EF4-FFF2-40B4-BE49-F238E27FC236}">
                <a16:creationId xmlns:a16="http://schemas.microsoft.com/office/drawing/2014/main" id="{AC7BF2C0-7F4E-2648-D983-D8F5E6452C57}"/>
              </a:ext>
            </a:extLst>
          </p:cNvPr>
          <p:cNvSpPr>
            <a:spLocks noGrp="1"/>
          </p:cNvSpPr>
          <p:nvPr>
            <p:ph type="title"/>
          </p:nvPr>
        </p:nvSpPr>
        <p:spPr/>
        <p:txBody>
          <a:bodyPr/>
          <a:lstStyle/>
          <a:p>
            <a:r>
              <a:rPr lang="fr-CH" dirty="0"/>
              <a:t>Neural Architecture </a:t>
            </a:r>
            <a:r>
              <a:rPr lang="fr-CH" dirty="0" err="1"/>
              <a:t>Search</a:t>
            </a:r>
            <a:endParaRPr lang="fr-CH" dirty="0"/>
          </a:p>
        </p:txBody>
      </p:sp>
      <p:sp>
        <p:nvSpPr>
          <p:cNvPr id="23" name="Espace réservé du contenu 22">
            <a:extLst>
              <a:ext uri="{FF2B5EF4-FFF2-40B4-BE49-F238E27FC236}">
                <a16:creationId xmlns:a16="http://schemas.microsoft.com/office/drawing/2014/main" id="{9E84702F-B288-95FE-C6E8-16500142CCCB}"/>
              </a:ext>
            </a:extLst>
          </p:cNvPr>
          <p:cNvSpPr>
            <a:spLocks noGrp="1"/>
          </p:cNvSpPr>
          <p:nvPr>
            <p:ph sz="quarter" idx="13"/>
          </p:nvPr>
        </p:nvSpPr>
        <p:spPr>
          <a:xfrm>
            <a:off x="901700" y="2228122"/>
            <a:ext cx="10936160" cy="548640"/>
          </a:xfrm>
        </p:spPr>
        <p:txBody>
          <a:bodyPr>
            <a:normAutofit/>
          </a:bodyPr>
          <a:lstStyle/>
          <a:p>
            <a:pPr marL="0" indent="0">
              <a:buNone/>
            </a:pPr>
            <a:r>
              <a:rPr lang="fr-CH" b="1" dirty="0"/>
              <a:t>General Process</a:t>
            </a:r>
            <a:endParaRPr lang="fr-FR" dirty="0"/>
          </a:p>
        </p:txBody>
      </p:sp>
      <mc:AlternateContent xmlns:mc="http://schemas.openxmlformats.org/markup-compatibility/2006" xmlns:a14="http://schemas.microsoft.com/office/drawing/2010/main">
        <mc:Choice Requires="a14">
          <p:sp>
            <p:nvSpPr>
              <p:cNvPr id="7" name="Rectangle : coins arrondis 6">
                <a:extLst>
                  <a:ext uri="{FF2B5EF4-FFF2-40B4-BE49-F238E27FC236}">
                    <a16:creationId xmlns:a16="http://schemas.microsoft.com/office/drawing/2014/main" id="{58424FD4-DC9F-44A9-B24F-86E65EE89B51}"/>
                  </a:ext>
                </a:extLst>
              </p:cNvPr>
              <p:cNvSpPr/>
              <p:nvPr/>
            </p:nvSpPr>
            <p:spPr>
              <a:xfrm>
                <a:off x="840200" y="3233326"/>
                <a:ext cx="2895790" cy="35797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14:m>
                  <m:oMathPara xmlns:m="http://schemas.openxmlformats.org/officeDocument/2006/math">
                    <m:oMathParaPr>
                      <m:jc m:val="centerGroup"/>
                    </m:oMathParaPr>
                    <m:oMath xmlns:m="http://schemas.openxmlformats.org/officeDocument/2006/math">
                      <m:r>
                        <a:rPr lang="fr-CH" sz="2400" b="1" i="1" smtClean="0">
                          <a:latin typeface="Cambria Math" panose="02040503050406030204" pitchFamily="18" charset="0"/>
                        </a:rPr>
                        <m:t>𝑺𝒆𝒂𝒓𝒄𝒉</m:t>
                      </m:r>
                      <m:r>
                        <a:rPr lang="fr-CH" sz="2400" b="1" i="1" smtClean="0">
                          <a:latin typeface="Cambria Math" panose="02040503050406030204" pitchFamily="18" charset="0"/>
                        </a:rPr>
                        <m:t> </m:t>
                      </m:r>
                      <m:r>
                        <a:rPr lang="fr-CH" sz="2400" b="1" i="1" smtClean="0">
                          <a:latin typeface="Cambria Math" panose="02040503050406030204" pitchFamily="18" charset="0"/>
                        </a:rPr>
                        <m:t>𝑺𝒑𝒂𝒄𝒆</m:t>
                      </m:r>
                      <m:r>
                        <a:rPr lang="fr-CH" sz="2400" b="1" i="1" smtClean="0">
                          <a:latin typeface="Cambria Math" panose="02040503050406030204" pitchFamily="18" charset="0"/>
                        </a:rPr>
                        <m:t> </m:t>
                      </m:r>
                      <m:r>
                        <a:rPr lang="fr-CH" sz="2400" b="1" i="1" smtClean="0">
                          <a:latin typeface="Cambria Math" panose="02040503050406030204" pitchFamily="18" charset="0"/>
                        </a:rPr>
                        <m:t>𝑨</m:t>
                      </m:r>
                    </m:oMath>
                  </m:oMathPara>
                </a14:m>
                <a:endParaRPr lang="fr-FR" sz="2400" b="1" dirty="0"/>
              </a:p>
            </p:txBody>
          </p:sp>
        </mc:Choice>
        <mc:Fallback xmlns="">
          <p:sp>
            <p:nvSpPr>
              <p:cNvPr id="7" name="Rectangle : coins arrondis 6">
                <a:extLst>
                  <a:ext uri="{FF2B5EF4-FFF2-40B4-BE49-F238E27FC236}">
                    <a16:creationId xmlns:a16="http://schemas.microsoft.com/office/drawing/2014/main" id="{58424FD4-DC9F-44A9-B24F-86E65EE89B51}"/>
                  </a:ext>
                </a:extLst>
              </p:cNvPr>
              <p:cNvSpPr>
                <a:spLocks noRot="1" noChangeAspect="1" noMove="1" noResize="1" noEditPoints="1" noAdjustHandles="1" noChangeArrowheads="1" noChangeShapeType="1" noTextEdit="1"/>
              </p:cNvSpPr>
              <p:nvPr/>
            </p:nvSpPr>
            <p:spPr>
              <a:xfrm>
                <a:off x="840200" y="3233326"/>
                <a:ext cx="2895790" cy="3579702"/>
              </a:xfrm>
              <a:prstGeom prst="roundRect">
                <a:avLst/>
              </a:prstGeom>
              <a:blipFill>
                <a:blip r:embed="rId2"/>
                <a:stretch>
                  <a:fillRect/>
                </a:stretch>
              </a:blipFill>
            </p:spPr>
            <p:txBody>
              <a:bodyPr/>
              <a:lstStyle/>
              <a:p>
                <a:r>
                  <a:rPr lang="fr-CH">
                    <a:noFill/>
                  </a:rPr>
                  <a:t> </a:t>
                </a:r>
              </a:p>
            </p:txBody>
          </p:sp>
        </mc:Fallback>
      </mc:AlternateContent>
      <p:pic>
        <p:nvPicPr>
          <p:cNvPr id="9" name="Image 8" descr="Une image contenant roue, Roue de vélo, vélo, conception&#10;&#10;Le contenu généré par l’IA peut être incorrect.">
            <a:extLst>
              <a:ext uri="{FF2B5EF4-FFF2-40B4-BE49-F238E27FC236}">
                <a16:creationId xmlns:a16="http://schemas.microsoft.com/office/drawing/2014/main" id="{B3498738-F8A0-7B69-A2F4-0AD6B93679FF}"/>
              </a:ext>
            </a:extLst>
          </p:cNvPr>
          <p:cNvPicPr>
            <a:picLocks noChangeAspect="1"/>
          </p:cNvPicPr>
          <p:nvPr/>
        </p:nvPicPr>
        <p:blipFill>
          <a:blip r:embed="rId3"/>
          <a:srcRect l="578" t="5719" r="70515" b="29412"/>
          <a:stretch/>
        </p:blipFill>
        <p:spPr>
          <a:xfrm>
            <a:off x="1722024" y="3933143"/>
            <a:ext cx="1084333" cy="833807"/>
          </a:xfrm>
          <a:prstGeom prst="rect">
            <a:avLst/>
          </a:prstGeom>
        </p:spPr>
      </p:pic>
      <p:pic>
        <p:nvPicPr>
          <p:cNvPr id="11" name="Image 10" descr="Une image contenant roue, Roue de vélo, vélo, conception&#10;&#10;Le contenu généré par l’IA peut être incorrect.">
            <a:extLst>
              <a:ext uri="{FF2B5EF4-FFF2-40B4-BE49-F238E27FC236}">
                <a16:creationId xmlns:a16="http://schemas.microsoft.com/office/drawing/2014/main" id="{DB78249B-5A43-5E71-8662-46DB54AD93D6}"/>
              </a:ext>
            </a:extLst>
          </p:cNvPr>
          <p:cNvPicPr>
            <a:picLocks noChangeAspect="1"/>
          </p:cNvPicPr>
          <p:nvPr/>
        </p:nvPicPr>
        <p:blipFill>
          <a:blip r:embed="rId3"/>
          <a:srcRect l="35402" t="10964" r="35691" b="24167"/>
          <a:stretch/>
        </p:blipFill>
        <p:spPr>
          <a:xfrm>
            <a:off x="1795510" y="4836772"/>
            <a:ext cx="985170" cy="757555"/>
          </a:xfrm>
          <a:prstGeom prst="rect">
            <a:avLst/>
          </a:prstGeom>
        </p:spPr>
      </p:pic>
      <p:pic>
        <p:nvPicPr>
          <p:cNvPr id="13" name="Image 12" descr="Une image contenant roue, Roue de vélo, vélo, conception&#10;&#10;Le contenu généré par l’IA peut être incorrect.">
            <a:extLst>
              <a:ext uri="{FF2B5EF4-FFF2-40B4-BE49-F238E27FC236}">
                <a16:creationId xmlns:a16="http://schemas.microsoft.com/office/drawing/2014/main" id="{4C854CD5-8DF7-3CDF-AD51-67C51144DC05}"/>
              </a:ext>
            </a:extLst>
          </p:cNvPr>
          <p:cNvPicPr>
            <a:picLocks noChangeAspect="1"/>
          </p:cNvPicPr>
          <p:nvPr/>
        </p:nvPicPr>
        <p:blipFill>
          <a:blip r:embed="rId3"/>
          <a:srcRect l="72111" t="2927" r="2785" b="25568"/>
          <a:stretch/>
        </p:blipFill>
        <p:spPr>
          <a:xfrm>
            <a:off x="1795510" y="5664149"/>
            <a:ext cx="985170" cy="961571"/>
          </a:xfrm>
          <a:prstGeom prst="rect">
            <a:avLst/>
          </a:prstGeom>
        </p:spPr>
      </p:pic>
      <p:cxnSp>
        <p:nvCxnSpPr>
          <p:cNvPr id="14" name="Connecteur droit avec flèche 13">
            <a:extLst>
              <a:ext uri="{FF2B5EF4-FFF2-40B4-BE49-F238E27FC236}">
                <a16:creationId xmlns:a16="http://schemas.microsoft.com/office/drawing/2014/main" id="{AC71B370-F534-BAC0-877A-A7EFE6A70C6A}"/>
              </a:ext>
            </a:extLst>
          </p:cNvPr>
          <p:cNvCxnSpPr>
            <a:cxnSpLocks/>
            <a:stCxn id="7" idx="3"/>
          </p:cNvCxnSpPr>
          <p:nvPr/>
        </p:nvCxnSpPr>
        <p:spPr>
          <a:xfrm flipV="1">
            <a:off x="3735990" y="4998556"/>
            <a:ext cx="2748932" cy="24621"/>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5" name="Espace réservé du contenu 22">
            <a:extLst>
              <a:ext uri="{FF2B5EF4-FFF2-40B4-BE49-F238E27FC236}">
                <a16:creationId xmlns:a16="http://schemas.microsoft.com/office/drawing/2014/main" id="{ED000F92-8706-95B7-DB2F-59ED801CD873}"/>
              </a:ext>
            </a:extLst>
          </p:cNvPr>
          <p:cNvSpPr txBox="1">
            <a:spLocks/>
          </p:cNvSpPr>
          <p:nvPr/>
        </p:nvSpPr>
        <p:spPr>
          <a:xfrm>
            <a:off x="4204068" y="4409695"/>
            <a:ext cx="1812775" cy="54864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CH" b="1" dirty="0" err="1"/>
              <a:t>Sample</a:t>
            </a:r>
            <a:r>
              <a:rPr lang="fr-CH" b="1" dirty="0"/>
              <a:t> one architecture </a:t>
            </a:r>
            <a:endParaRPr lang="fr-FR" dirty="0"/>
          </a:p>
        </p:txBody>
      </p:sp>
      <mc:AlternateContent xmlns:mc="http://schemas.openxmlformats.org/markup-compatibility/2006" xmlns:a14="http://schemas.microsoft.com/office/drawing/2010/main">
        <mc:Choice Requires="a14">
          <p:sp>
            <p:nvSpPr>
              <p:cNvPr id="16" name="Rectangle : coins arrondis 15">
                <a:extLst>
                  <a:ext uri="{FF2B5EF4-FFF2-40B4-BE49-F238E27FC236}">
                    <a16:creationId xmlns:a16="http://schemas.microsoft.com/office/drawing/2014/main" id="{6FA50D60-594E-F687-321E-B21CC9D59C72}"/>
                  </a:ext>
                </a:extLst>
              </p:cNvPr>
              <p:cNvSpPr/>
              <p:nvPr/>
            </p:nvSpPr>
            <p:spPr>
              <a:xfrm>
                <a:off x="6559294" y="4402784"/>
                <a:ext cx="1139311" cy="11915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sz="2400" b="1" i="1" smtClean="0">
                          <a:latin typeface="Cambria Math" panose="02040503050406030204" pitchFamily="18" charset="0"/>
                        </a:rPr>
                        <m:t>𝒂</m:t>
                      </m:r>
                      <m:r>
                        <a:rPr lang="fr-CH" sz="2400" b="1" i="1" smtClean="0">
                          <a:latin typeface="Cambria Math" panose="02040503050406030204" pitchFamily="18" charset="0"/>
                        </a:rPr>
                        <m:t> </m:t>
                      </m:r>
                      <m:r>
                        <a:rPr lang="fr-CH" sz="2400" b="1" i="1" smtClean="0">
                          <a:latin typeface="Cambria Math" panose="02040503050406030204" pitchFamily="18" charset="0"/>
                        </a:rPr>
                        <m:t>𝝐</m:t>
                      </m:r>
                      <m:r>
                        <a:rPr lang="fr-CH" sz="2400" b="1" i="1" smtClean="0">
                          <a:latin typeface="Cambria Math" panose="02040503050406030204" pitchFamily="18" charset="0"/>
                        </a:rPr>
                        <m:t> </m:t>
                      </m:r>
                      <m:r>
                        <a:rPr lang="fr-CH" sz="2400" b="1" i="1" smtClean="0">
                          <a:latin typeface="Cambria Math" panose="02040503050406030204" pitchFamily="18" charset="0"/>
                        </a:rPr>
                        <m:t>𝑨</m:t>
                      </m:r>
                    </m:oMath>
                  </m:oMathPara>
                </a14:m>
                <a:endParaRPr lang="fr-FR" sz="2400" b="1" dirty="0"/>
              </a:p>
            </p:txBody>
          </p:sp>
        </mc:Choice>
        <mc:Fallback xmlns="">
          <p:sp>
            <p:nvSpPr>
              <p:cNvPr id="16" name="Rectangle : coins arrondis 15">
                <a:extLst>
                  <a:ext uri="{FF2B5EF4-FFF2-40B4-BE49-F238E27FC236}">
                    <a16:creationId xmlns:a16="http://schemas.microsoft.com/office/drawing/2014/main" id="{6FA50D60-594E-F687-321E-B21CC9D59C72}"/>
                  </a:ext>
                </a:extLst>
              </p:cNvPr>
              <p:cNvSpPr>
                <a:spLocks noRot="1" noChangeAspect="1" noMove="1" noResize="1" noEditPoints="1" noAdjustHandles="1" noChangeArrowheads="1" noChangeShapeType="1" noTextEdit="1"/>
              </p:cNvSpPr>
              <p:nvPr/>
            </p:nvSpPr>
            <p:spPr>
              <a:xfrm>
                <a:off x="6559294" y="4402784"/>
                <a:ext cx="1139311" cy="1191543"/>
              </a:xfrm>
              <a:prstGeom prst="roundRect">
                <a:avLst/>
              </a:prstGeom>
              <a:blipFill>
                <a:blip r:embed="rId4"/>
                <a:stretch>
                  <a:fillRect/>
                </a:stretch>
              </a:blipFill>
            </p:spPr>
            <p:txBody>
              <a:bodyPr/>
              <a:lstStyle/>
              <a:p>
                <a:r>
                  <a:rPr lang="fr-CH">
                    <a:noFill/>
                  </a:rPr>
                  <a:t> </a:t>
                </a:r>
              </a:p>
            </p:txBody>
          </p:sp>
        </mc:Fallback>
      </mc:AlternateContent>
      <p:pic>
        <p:nvPicPr>
          <p:cNvPr id="28" name="Image 27" descr="Une image contenant roue, Roue de vélo, vélo, conception&#10;&#10;Le contenu généré par l’IA peut être incorrect.">
            <a:extLst>
              <a:ext uri="{FF2B5EF4-FFF2-40B4-BE49-F238E27FC236}">
                <a16:creationId xmlns:a16="http://schemas.microsoft.com/office/drawing/2014/main" id="{70542801-3E07-6934-CB65-3D1669541AD4}"/>
              </a:ext>
            </a:extLst>
          </p:cNvPr>
          <p:cNvPicPr>
            <a:picLocks noChangeAspect="1"/>
          </p:cNvPicPr>
          <p:nvPr/>
        </p:nvPicPr>
        <p:blipFill>
          <a:blip r:embed="rId3"/>
          <a:srcRect l="578" t="5719" r="70515" b="29412"/>
          <a:stretch/>
        </p:blipFill>
        <p:spPr>
          <a:xfrm>
            <a:off x="8221452" y="4522826"/>
            <a:ext cx="1084333" cy="833807"/>
          </a:xfrm>
          <a:prstGeom prst="rect">
            <a:avLst/>
          </a:prstGeom>
        </p:spPr>
      </p:pic>
      <p:pic>
        <p:nvPicPr>
          <p:cNvPr id="29" name="Image 28" descr="Une image contenant roue, Roue de vélo, vélo, conception&#10;&#10;Le contenu généré par l’IA peut être incorrect.">
            <a:extLst>
              <a:ext uri="{FF2B5EF4-FFF2-40B4-BE49-F238E27FC236}">
                <a16:creationId xmlns:a16="http://schemas.microsoft.com/office/drawing/2014/main" id="{97ACAAEB-E3A5-24D4-4B4B-F43B8CB819D4}"/>
              </a:ext>
            </a:extLst>
          </p:cNvPr>
          <p:cNvPicPr>
            <a:picLocks noChangeAspect="1"/>
          </p:cNvPicPr>
          <p:nvPr/>
        </p:nvPicPr>
        <p:blipFill>
          <a:blip r:embed="rId3"/>
          <a:srcRect l="35402" t="10964" r="35691" b="24167"/>
          <a:stretch/>
        </p:blipFill>
        <p:spPr>
          <a:xfrm>
            <a:off x="9293019" y="4522826"/>
            <a:ext cx="1132724" cy="871018"/>
          </a:xfrm>
          <a:prstGeom prst="rect">
            <a:avLst/>
          </a:prstGeom>
        </p:spPr>
      </p:pic>
      <p:pic>
        <p:nvPicPr>
          <p:cNvPr id="30" name="Image 29" descr="Une image contenant roue, Roue de vélo, vélo, conception&#10;&#10;Le contenu généré par l’IA peut être incorrect.">
            <a:extLst>
              <a:ext uri="{FF2B5EF4-FFF2-40B4-BE49-F238E27FC236}">
                <a16:creationId xmlns:a16="http://schemas.microsoft.com/office/drawing/2014/main" id="{80339C00-BD5E-67EB-B0DD-53B738661ECA}"/>
              </a:ext>
            </a:extLst>
          </p:cNvPr>
          <p:cNvPicPr>
            <a:picLocks noChangeAspect="1"/>
          </p:cNvPicPr>
          <p:nvPr/>
        </p:nvPicPr>
        <p:blipFill>
          <a:blip r:embed="rId3"/>
          <a:srcRect l="72111" t="2927" r="2785" b="25568"/>
          <a:stretch/>
        </p:blipFill>
        <p:spPr>
          <a:xfrm>
            <a:off x="10432130" y="4477549"/>
            <a:ext cx="985170" cy="961571"/>
          </a:xfrm>
          <a:prstGeom prst="rect">
            <a:avLst/>
          </a:prstGeom>
        </p:spPr>
      </p:pic>
      <p:cxnSp>
        <p:nvCxnSpPr>
          <p:cNvPr id="31" name="Connecteur droit 30">
            <a:extLst>
              <a:ext uri="{FF2B5EF4-FFF2-40B4-BE49-F238E27FC236}">
                <a16:creationId xmlns:a16="http://schemas.microsoft.com/office/drawing/2014/main" id="{B1690D99-EBD7-12D0-8353-EFD6D705D16C}"/>
              </a:ext>
            </a:extLst>
          </p:cNvPr>
          <p:cNvCxnSpPr/>
          <p:nvPr/>
        </p:nvCxnSpPr>
        <p:spPr>
          <a:xfrm>
            <a:off x="9214026" y="4819887"/>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32" name="Connecteur droit 31">
            <a:extLst>
              <a:ext uri="{FF2B5EF4-FFF2-40B4-BE49-F238E27FC236}">
                <a16:creationId xmlns:a16="http://schemas.microsoft.com/office/drawing/2014/main" id="{620623EF-5DDC-5D65-DFAF-7EF6120C9CCD}"/>
              </a:ext>
            </a:extLst>
          </p:cNvPr>
          <p:cNvCxnSpPr/>
          <p:nvPr/>
        </p:nvCxnSpPr>
        <p:spPr>
          <a:xfrm>
            <a:off x="9221012" y="5135783"/>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33" name="Connecteur droit 32">
            <a:extLst>
              <a:ext uri="{FF2B5EF4-FFF2-40B4-BE49-F238E27FC236}">
                <a16:creationId xmlns:a16="http://schemas.microsoft.com/office/drawing/2014/main" id="{214A4B4F-9C22-DDEA-3648-53CD4BDCA612}"/>
              </a:ext>
            </a:extLst>
          </p:cNvPr>
          <p:cNvCxnSpPr/>
          <p:nvPr/>
        </p:nvCxnSpPr>
        <p:spPr>
          <a:xfrm>
            <a:off x="10319735" y="4808123"/>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34" name="Connecteur droit 33">
            <a:extLst>
              <a:ext uri="{FF2B5EF4-FFF2-40B4-BE49-F238E27FC236}">
                <a16:creationId xmlns:a16="http://schemas.microsoft.com/office/drawing/2014/main" id="{6ADDE4F8-5979-66E4-AD34-ADCBE969054F}"/>
              </a:ext>
            </a:extLst>
          </p:cNvPr>
          <p:cNvCxnSpPr/>
          <p:nvPr/>
        </p:nvCxnSpPr>
        <p:spPr>
          <a:xfrm>
            <a:off x="10333388" y="5143403"/>
            <a:ext cx="169545" cy="0"/>
          </a:xfrm>
          <a:prstGeom prst="line">
            <a:avLst/>
          </a:prstGeom>
          <a:ln w="381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81116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par>
                                <p:cTn id="11" presetID="22" presetClass="entr" presetSubtype="8"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ipe(left)">
                                      <p:cBhvr>
                                        <p:cTn id="13" dur="500"/>
                                        <p:tgtEl>
                                          <p:spTgt spid="28"/>
                                        </p:tgtEl>
                                      </p:cBhvr>
                                    </p:animEffect>
                                  </p:childTnLst>
                                </p:cTn>
                              </p:par>
                              <p:par>
                                <p:cTn id="14" presetID="22" presetClass="entr" presetSubtype="8"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par>
                                <p:cTn id="17" presetID="22" presetClass="entr" presetSubtype="8"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par>
                                <p:cTn id="20" presetID="22" presetClass="entr" presetSubtype="8"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par>
                                <p:cTn id="23" presetID="22" presetClass="entr" presetSubtype="8"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left)">
                                      <p:cBhvr>
                                        <p:cTn id="25" dur="500"/>
                                        <p:tgtEl>
                                          <p:spTgt spid="32"/>
                                        </p:tgtEl>
                                      </p:cBhvr>
                                    </p:animEffect>
                                  </p:childTnLst>
                                </p:cTn>
                              </p:par>
                              <p:par>
                                <p:cTn id="26" presetID="22" presetClass="entr" presetSubtype="8" fill="hold"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left)">
                                      <p:cBhvr>
                                        <p:cTn id="28" dur="500"/>
                                        <p:tgtEl>
                                          <p:spTgt spid="33"/>
                                        </p:tgtEl>
                                      </p:cBhvr>
                                    </p:animEffect>
                                  </p:childTnLst>
                                </p:cTn>
                              </p:par>
                              <p:par>
                                <p:cTn id="29" presetID="22" presetClass="entr" presetSubtype="8"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DC783-482A-57F0-1CBF-2EBD0A80693E}"/>
            </a:ext>
          </a:extLst>
        </p:cNvPr>
        <p:cNvGrpSpPr/>
        <p:nvPr/>
      </p:nvGrpSpPr>
      <p:grpSpPr>
        <a:xfrm>
          <a:off x="0" y="0"/>
          <a:ext cx="0" cy="0"/>
          <a:chOff x="0" y="0"/>
          <a:chExt cx="0" cy="0"/>
        </a:xfrm>
      </p:grpSpPr>
      <p:cxnSp>
        <p:nvCxnSpPr>
          <p:cNvPr id="43" name="Connecteur : en angle 42">
            <a:extLst>
              <a:ext uri="{FF2B5EF4-FFF2-40B4-BE49-F238E27FC236}">
                <a16:creationId xmlns:a16="http://schemas.microsoft.com/office/drawing/2014/main" id="{BDAEC6B9-3157-4E7F-1F52-9CC421BA1FBE}"/>
              </a:ext>
            </a:extLst>
          </p:cNvPr>
          <p:cNvCxnSpPr>
            <a:stCxn id="12" idx="0"/>
            <a:endCxn id="7" idx="0"/>
          </p:cNvCxnSpPr>
          <p:nvPr/>
        </p:nvCxnSpPr>
        <p:spPr>
          <a:xfrm rot="16200000" flipH="1">
            <a:off x="4006327" y="1536904"/>
            <a:ext cx="54255" cy="5113049"/>
          </a:xfrm>
          <a:prstGeom prst="bentConnector3">
            <a:avLst>
              <a:gd name="adj1" fmla="val -674150"/>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45" name="Connecteur : en angle 44">
            <a:extLst>
              <a:ext uri="{FF2B5EF4-FFF2-40B4-BE49-F238E27FC236}">
                <a16:creationId xmlns:a16="http://schemas.microsoft.com/office/drawing/2014/main" id="{E9ED32EF-84AC-5B69-70F1-66F5370F0F04}"/>
              </a:ext>
            </a:extLst>
          </p:cNvPr>
          <p:cNvCxnSpPr>
            <a:cxnSpLocks/>
            <a:stCxn id="12" idx="2"/>
            <a:endCxn id="7" idx="2"/>
          </p:cNvCxnSpPr>
          <p:nvPr/>
        </p:nvCxnSpPr>
        <p:spPr>
          <a:xfrm rot="5400000" flipH="1" flipV="1">
            <a:off x="3965635" y="2633499"/>
            <a:ext cx="135640" cy="5113049"/>
          </a:xfrm>
          <a:prstGeom prst="bentConnector3">
            <a:avLst>
              <a:gd name="adj1" fmla="val -362350"/>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C6D0AD4D-F4E6-CB3C-DBD9-9182A91D02BF}"/>
              </a:ext>
            </a:extLst>
          </p:cNvPr>
          <p:cNvCxnSpPr>
            <a:cxnSpLocks/>
            <a:stCxn id="12" idx="3"/>
            <a:endCxn id="7" idx="1"/>
          </p:cNvCxnSpPr>
          <p:nvPr/>
        </p:nvCxnSpPr>
        <p:spPr>
          <a:xfrm flipV="1">
            <a:off x="2046586" y="4621380"/>
            <a:ext cx="3895238" cy="40693"/>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E76AEB76-FA66-5360-507A-575638B5347A}"/>
              </a:ext>
            </a:extLst>
          </p:cNvPr>
          <p:cNvSpPr>
            <a:spLocks noGrp="1"/>
          </p:cNvSpPr>
          <p:nvPr>
            <p:ph type="sldNum" sz="quarter" idx="16"/>
          </p:nvPr>
        </p:nvSpPr>
        <p:spPr/>
        <p:txBody>
          <a:bodyPr/>
          <a:lstStyle/>
          <a:p>
            <a:fld id="{167A0328-A2CC-4110-85D0-A410FFB4F3E3}" type="slidenum">
              <a:rPr lang="fr-FR" smtClean="0"/>
              <a:pPr/>
              <a:t>8</a:t>
            </a:fld>
            <a:endParaRPr lang="fr-FR" dirty="0"/>
          </a:p>
        </p:txBody>
      </p:sp>
      <p:sp>
        <p:nvSpPr>
          <p:cNvPr id="4" name="Titre 3">
            <a:extLst>
              <a:ext uri="{FF2B5EF4-FFF2-40B4-BE49-F238E27FC236}">
                <a16:creationId xmlns:a16="http://schemas.microsoft.com/office/drawing/2014/main" id="{DC71BBEC-A9E0-FC7A-883F-EECB8FA70054}"/>
              </a:ext>
            </a:extLst>
          </p:cNvPr>
          <p:cNvSpPr>
            <a:spLocks noGrp="1"/>
          </p:cNvSpPr>
          <p:nvPr>
            <p:ph type="title"/>
          </p:nvPr>
        </p:nvSpPr>
        <p:spPr/>
        <p:txBody>
          <a:bodyPr/>
          <a:lstStyle/>
          <a:p>
            <a:r>
              <a:rPr lang="fr-CH" dirty="0"/>
              <a:t>Neural Architecture </a:t>
            </a:r>
            <a:r>
              <a:rPr lang="fr-CH" dirty="0" err="1"/>
              <a:t>Search</a:t>
            </a:r>
            <a:endParaRPr lang="fr-CH" dirty="0"/>
          </a:p>
        </p:txBody>
      </p:sp>
      <p:sp>
        <p:nvSpPr>
          <p:cNvPr id="23" name="Espace réservé du contenu 22">
            <a:extLst>
              <a:ext uri="{FF2B5EF4-FFF2-40B4-BE49-F238E27FC236}">
                <a16:creationId xmlns:a16="http://schemas.microsoft.com/office/drawing/2014/main" id="{11D9AA5B-8264-98B0-F10B-A2B214D363BB}"/>
              </a:ext>
            </a:extLst>
          </p:cNvPr>
          <p:cNvSpPr>
            <a:spLocks noGrp="1"/>
          </p:cNvSpPr>
          <p:nvPr>
            <p:ph sz="quarter" idx="13"/>
          </p:nvPr>
        </p:nvSpPr>
        <p:spPr>
          <a:xfrm>
            <a:off x="901700" y="2228122"/>
            <a:ext cx="10936160" cy="548640"/>
          </a:xfrm>
        </p:spPr>
        <p:txBody>
          <a:bodyPr>
            <a:normAutofit fontScale="92500"/>
          </a:bodyPr>
          <a:lstStyle/>
          <a:p>
            <a:pPr marL="0" indent="0">
              <a:buNone/>
            </a:pPr>
            <a:r>
              <a:rPr lang="fr-CH" b="1" dirty="0"/>
              <a:t>Goal</a:t>
            </a:r>
            <a:r>
              <a:rPr lang="fr-CH" dirty="0"/>
              <a:t> : </a:t>
            </a:r>
            <a:r>
              <a:rPr lang="fr-CH" dirty="0" err="1"/>
              <a:t>Find</a:t>
            </a:r>
            <a:r>
              <a:rPr lang="fr-CH" dirty="0"/>
              <a:t> </a:t>
            </a:r>
            <a:r>
              <a:rPr lang="fr-CH" dirty="0" err="1"/>
              <a:t>automatically</a:t>
            </a:r>
            <a:r>
              <a:rPr lang="fr-CH" dirty="0"/>
              <a:t> the optimal architecture </a:t>
            </a:r>
            <a:r>
              <a:rPr lang="fr-CH" dirty="0" err="1"/>
              <a:t>that</a:t>
            </a:r>
            <a:r>
              <a:rPr lang="fr-CH" dirty="0"/>
              <a:t> </a:t>
            </a:r>
            <a:r>
              <a:rPr lang="fr-CH" dirty="0" err="1"/>
              <a:t>minimize</a:t>
            </a:r>
            <a:r>
              <a:rPr lang="fr-CH" dirty="0"/>
              <a:t> multiple objectives.</a:t>
            </a:r>
            <a:endParaRPr lang="fr-FR" dirty="0"/>
          </a:p>
        </p:txBody>
      </p:sp>
      <mc:AlternateContent xmlns:mc="http://schemas.openxmlformats.org/markup-compatibility/2006" xmlns:a14="http://schemas.microsoft.com/office/drawing/2010/main">
        <mc:Choice Requires="a14">
          <p:sp>
            <p:nvSpPr>
              <p:cNvPr id="10" name="Rectangle : coins arrondis 9">
                <a:extLst>
                  <a:ext uri="{FF2B5EF4-FFF2-40B4-BE49-F238E27FC236}">
                    <a16:creationId xmlns:a16="http://schemas.microsoft.com/office/drawing/2014/main" id="{C2D1EFCD-B8B3-F0DB-3DE6-1D45E4F67747}"/>
                  </a:ext>
                </a:extLst>
              </p:cNvPr>
              <p:cNvSpPr/>
              <p:nvPr/>
            </p:nvSpPr>
            <p:spPr>
              <a:xfrm>
                <a:off x="-6510308" y="2776762"/>
                <a:ext cx="2895790" cy="35797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14:m>
                  <m:oMathPara xmlns:m="http://schemas.openxmlformats.org/officeDocument/2006/math">
                    <m:oMathParaPr>
                      <m:jc m:val="centerGroup"/>
                    </m:oMathParaPr>
                    <m:oMath xmlns:m="http://schemas.openxmlformats.org/officeDocument/2006/math">
                      <m:r>
                        <a:rPr lang="fr-CH" sz="2400" b="1" i="1" smtClean="0">
                          <a:latin typeface="Cambria Math" panose="02040503050406030204" pitchFamily="18" charset="0"/>
                        </a:rPr>
                        <m:t>𝑺𝒆𝒂𝒓𝒄𝒉</m:t>
                      </m:r>
                      <m:r>
                        <a:rPr lang="fr-CH" sz="2400" b="1" i="1" smtClean="0">
                          <a:latin typeface="Cambria Math" panose="02040503050406030204" pitchFamily="18" charset="0"/>
                        </a:rPr>
                        <m:t> </m:t>
                      </m:r>
                      <m:r>
                        <a:rPr lang="fr-CH" sz="2400" b="1" i="1" smtClean="0">
                          <a:latin typeface="Cambria Math" panose="02040503050406030204" pitchFamily="18" charset="0"/>
                        </a:rPr>
                        <m:t>𝑺𝒑𝒂𝒄𝒆</m:t>
                      </m:r>
                      <m:r>
                        <a:rPr lang="fr-CH" sz="2400" b="1" i="1" smtClean="0">
                          <a:latin typeface="Cambria Math" panose="02040503050406030204" pitchFamily="18" charset="0"/>
                        </a:rPr>
                        <m:t> </m:t>
                      </m:r>
                      <m:r>
                        <a:rPr lang="fr-CH" sz="2400" b="1" i="1" smtClean="0">
                          <a:latin typeface="Cambria Math" panose="02040503050406030204" pitchFamily="18" charset="0"/>
                        </a:rPr>
                        <m:t>𝑨</m:t>
                      </m:r>
                    </m:oMath>
                  </m:oMathPara>
                </a14:m>
                <a:endParaRPr lang="fr-FR" sz="2400" b="1" dirty="0"/>
              </a:p>
            </p:txBody>
          </p:sp>
        </mc:Choice>
        <mc:Fallback xmlns="">
          <p:sp>
            <p:nvSpPr>
              <p:cNvPr id="10" name="Rectangle : coins arrondis 9">
                <a:extLst>
                  <a:ext uri="{FF2B5EF4-FFF2-40B4-BE49-F238E27FC236}">
                    <a16:creationId xmlns:a16="http://schemas.microsoft.com/office/drawing/2014/main" id="{C2D1EFCD-B8B3-F0DB-3DE6-1D45E4F67747}"/>
                  </a:ext>
                </a:extLst>
              </p:cNvPr>
              <p:cNvSpPr>
                <a:spLocks noRot="1" noChangeAspect="1" noMove="1" noResize="1" noEditPoints="1" noAdjustHandles="1" noChangeArrowheads="1" noChangeShapeType="1" noTextEdit="1"/>
              </p:cNvSpPr>
              <p:nvPr/>
            </p:nvSpPr>
            <p:spPr>
              <a:xfrm>
                <a:off x="-6510308" y="2776762"/>
                <a:ext cx="2895790" cy="3579702"/>
              </a:xfrm>
              <a:prstGeom prst="round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Rectangle : coins arrondis 11">
                <a:extLst>
                  <a:ext uri="{FF2B5EF4-FFF2-40B4-BE49-F238E27FC236}">
                    <a16:creationId xmlns:a16="http://schemas.microsoft.com/office/drawing/2014/main" id="{F6DB838D-F26C-BE5E-C884-4336842BF090}"/>
                  </a:ext>
                </a:extLst>
              </p:cNvPr>
              <p:cNvSpPr/>
              <p:nvPr/>
            </p:nvSpPr>
            <p:spPr>
              <a:xfrm>
                <a:off x="907275" y="4066301"/>
                <a:ext cx="1139311" cy="11915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sz="2400" b="1" i="1" smtClean="0">
                          <a:latin typeface="Cambria Math" panose="02040503050406030204" pitchFamily="18" charset="0"/>
                        </a:rPr>
                        <m:t>𝒂</m:t>
                      </m:r>
                      <m:r>
                        <a:rPr lang="fr-CH" sz="2400" b="1" i="1" smtClean="0">
                          <a:latin typeface="Cambria Math" panose="02040503050406030204" pitchFamily="18" charset="0"/>
                        </a:rPr>
                        <m:t> </m:t>
                      </m:r>
                      <m:r>
                        <a:rPr lang="fr-CH" sz="2400" b="1" i="1" smtClean="0">
                          <a:latin typeface="Cambria Math" panose="02040503050406030204" pitchFamily="18" charset="0"/>
                        </a:rPr>
                        <m:t>𝝐</m:t>
                      </m:r>
                      <m:r>
                        <a:rPr lang="fr-CH" sz="2400" b="1" i="1" smtClean="0">
                          <a:latin typeface="Cambria Math" panose="02040503050406030204" pitchFamily="18" charset="0"/>
                        </a:rPr>
                        <m:t> </m:t>
                      </m:r>
                      <m:r>
                        <a:rPr lang="fr-CH" sz="2400" b="1" i="1" smtClean="0">
                          <a:latin typeface="Cambria Math" panose="02040503050406030204" pitchFamily="18" charset="0"/>
                        </a:rPr>
                        <m:t>𝑨</m:t>
                      </m:r>
                    </m:oMath>
                  </m:oMathPara>
                </a14:m>
                <a:endParaRPr lang="fr-FR" sz="2400" b="1" dirty="0"/>
              </a:p>
            </p:txBody>
          </p:sp>
        </mc:Choice>
        <mc:Fallback xmlns="">
          <p:sp>
            <p:nvSpPr>
              <p:cNvPr id="12" name="Rectangle : coins arrondis 11">
                <a:extLst>
                  <a:ext uri="{FF2B5EF4-FFF2-40B4-BE49-F238E27FC236}">
                    <a16:creationId xmlns:a16="http://schemas.microsoft.com/office/drawing/2014/main" id="{F6DB838D-F26C-BE5E-C884-4336842BF090}"/>
                  </a:ext>
                </a:extLst>
              </p:cNvPr>
              <p:cNvSpPr>
                <a:spLocks noRot="1" noChangeAspect="1" noMove="1" noResize="1" noEditPoints="1" noAdjustHandles="1" noChangeArrowheads="1" noChangeShapeType="1" noTextEdit="1"/>
              </p:cNvSpPr>
              <p:nvPr/>
            </p:nvSpPr>
            <p:spPr>
              <a:xfrm>
                <a:off x="907275" y="4066301"/>
                <a:ext cx="1139311" cy="1191543"/>
              </a:xfrm>
              <a:prstGeom prst="roundRect">
                <a:avLst/>
              </a:prstGeom>
              <a:blipFill>
                <a:blip r:embed="rId3"/>
                <a:stretch>
                  <a:fillRect/>
                </a:stretch>
              </a:blipFill>
            </p:spPr>
            <p:txBody>
              <a:bodyPr/>
              <a:lstStyle/>
              <a:p>
                <a:r>
                  <a:rPr lang="fr-FR">
                    <a:noFill/>
                  </a:rPr>
                  <a:t> </a:t>
                </a:r>
              </a:p>
            </p:txBody>
          </p:sp>
        </mc:Fallback>
      </mc:AlternateContent>
      <p:pic>
        <p:nvPicPr>
          <p:cNvPr id="2" name="Image 1" descr="Une image contenant roue, Roue de vélo, vélo, conception&#10;&#10;Le contenu généré par l’IA peut être incorrect.">
            <a:extLst>
              <a:ext uri="{FF2B5EF4-FFF2-40B4-BE49-F238E27FC236}">
                <a16:creationId xmlns:a16="http://schemas.microsoft.com/office/drawing/2014/main" id="{06AE4416-BCEE-83CC-41AE-2B087D60DD1E}"/>
              </a:ext>
            </a:extLst>
          </p:cNvPr>
          <p:cNvPicPr>
            <a:picLocks noChangeAspect="1"/>
          </p:cNvPicPr>
          <p:nvPr/>
        </p:nvPicPr>
        <p:blipFill>
          <a:blip r:embed="rId4"/>
          <a:srcRect l="578" t="5719" r="70515" b="29412"/>
          <a:stretch/>
        </p:blipFill>
        <p:spPr>
          <a:xfrm>
            <a:off x="-5628484" y="3476579"/>
            <a:ext cx="1084333" cy="833807"/>
          </a:xfrm>
          <a:prstGeom prst="rect">
            <a:avLst/>
          </a:prstGeom>
        </p:spPr>
      </p:pic>
      <p:pic>
        <p:nvPicPr>
          <p:cNvPr id="5" name="Image 4" descr="Une image contenant roue, Roue de vélo, vélo, conception&#10;&#10;Le contenu généré par l’IA peut être incorrect.">
            <a:extLst>
              <a:ext uri="{FF2B5EF4-FFF2-40B4-BE49-F238E27FC236}">
                <a16:creationId xmlns:a16="http://schemas.microsoft.com/office/drawing/2014/main" id="{D49E777F-E7F9-EEC2-4A95-89E66A83C063}"/>
              </a:ext>
            </a:extLst>
          </p:cNvPr>
          <p:cNvPicPr>
            <a:picLocks noChangeAspect="1"/>
          </p:cNvPicPr>
          <p:nvPr/>
        </p:nvPicPr>
        <p:blipFill>
          <a:blip r:embed="rId4"/>
          <a:srcRect l="35402" t="10964" r="35691" b="24167"/>
          <a:stretch/>
        </p:blipFill>
        <p:spPr>
          <a:xfrm>
            <a:off x="-5554998" y="4380208"/>
            <a:ext cx="985170" cy="757555"/>
          </a:xfrm>
          <a:prstGeom prst="rect">
            <a:avLst/>
          </a:prstGeom>
        </p:spPr>
      </p:pic>
      <p:pic>
        <p:nvPicPr>
          <p:cNvPr id="6" name="Image 5" descr="Une image contenant roue, Roue de vélo, vélo, conception&#10;&#10;Le contenu généré par l’IA peut être incorrect.">
            <a:extLst>
              <a:ext uri="{FF2B5EF4-FFF2-40B4-BE49-F238E27FC236}">
                <a16:creationId xmlns:a16="http://schemas.microsoft.com/office/drawing/2014/main" id="{75748FCF-48EF-9112-A0A0-A5EA614B6236}"/>
              </a:ext>
            </a:extLst>
          </p:cNvPr>
          <p:cNvPicPr>
            <a:picLocks noChangeAspect="1"/>
          </p:cNvPicPr>
          <p:nvPr/>
        </p:nvPicPr>
        <p:blipFill>
          <a:blip r:embed="rId4"/>
          <a:srcRect l="72111" t="2927" r="2785" b="25568"/>
          <a:stretch/>
        </p:blipFill>
        <p:spPr>
          <a:xfrm>
            <a:off x="-5554998" y="5207585"/>
            <a:ext cx="985170" cy="961571"/>
          </a:xfrm>
          <a:prstGeom prst="rect">
            <a:avLst/>
          </a:prstGeom>
        </p:spPr>
      </p:pic>
      <p:cxnSp>
        <p:nvCxnSpPr>
          <p:cNvPr id="8" name="Connecteur droit avec flèche 7">
            <a:extLst>
              <a:ext uri="{FF2B5EF4-FFF2-40B4-BE49-F238E27FC236}">
                <a16:creationId xmlns:a16="http://schemas.microsoft.com/office/drawing/2014/main" id="{5FE25E6C-5419-FE00-2C77-83B664699C1B}"/>
              </a:ext>
            </a:extLst>
          </p:cNvPr>
          <p:cNvCxnSpPr>
            <a:cxnSpLocks/>
            <a:stCxn id="10" idx="3"/>
          </p:cNvCxnSpPr>
          <p:nvPr/>
        </p:nvCxnSpPr>
        <p:spPr>
          <a:xfrm flipV="1">
            <a:off x="-3614518" y="4541992"/>
            <a:ext cx="2748932" cy="24621"/>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8" name="Espace réservé du contenu 22">
            <a:extLst>
              <a:ext uri="{FF2B5EF4-FFF2-40B4-BE49-F238E27FC236}">
                <a16:creationId xmlns:a16="http://schemas.microsoft.com/office/drawing/2014/main" id="{EE001E79-8838-4D99-9658-44409311E37E}"/>
              </a:ext>
            </a:extLst>
          </p:cNvPr>
          <p:cNvSpPr txBox="1">
            <a:spLocks/>
          </p:cNvSpPr>
          <p:nvPr/>
        </p:nvSpPr>
        <p:spPr>
          <a:xfrm>
            <a:off x="-3146440" y="3953131"/>
            <a:ext cx="1812775" cy="54864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CH" b="1" dirty="0" err="1"/>
              <a:t>Sample</a:t>
            </a:r>
            <a:r>
              <a:rPr lang="fr-CH" b="1" dirty="0"/>
              <a:t> one architecture </a:t>
            </a:r>
            <a:endParaRPr lang="fr-FR" dirty="0"/>
          </a:p>
        </p:txBody>
      </p:sp>
      <p:pic>
        <p:nvPicPr>
          <p:cNvPr id="19" name="Image 18" descr="Une image contenant roue, Roue de vélo, vélo, conception&#10;&#10;Le contenu généré par l’IA peut être incorrect.">
            <a:extLst>
              <a:ext uri="{FF2B5EF4-FFF2-40B4-BE49-F238E27FC236}">
                <a16:creationId xmlns:a16="http://schemas.microsoft.com/office/drawing/2014/main" id="{FDE47FAA-4E8B-83F1-066C-4FE81D680C0F}"/>
              </a:ext>
            </a:extLst>
          </p:cNvPr>
          <p:cNvPicPr>
            <a:picLocks noChangeAspect="1"/>
          </p:cNvPicPr>
          <p:nvPr/>
        </p:nvPicPr>
        <p:blipFill>
          <a:blip r:embed="rId4"/>
          <a:srcRect l="578" t="5719" r="70515" b="29412"/>
          <a:stretch/>
        </p:blipFill>
        <p:spPr>
          <a:xfrm>
            <a:off x="4373153" y="3262687"/>
            <a:ext cx="1084333" cy="833807"/>
          </a:xfrm>
          <a:prstGeom prst="rect">
            <a:avLst/>
          </a:prstGeom>
        </p:spPr>
      </p:pic>
      <p:pic>
        <p:nvPicPr>
          <p:cNvPr id="20" name="Image 19" descr="Une image contenant roue, Roue de vélo, vélo, conception&#10;&#10;Le contenu généré par l’IA peut être incorrect.">
            <a:extLst>
              <a:ext uri="{FF2B5EF4-FFF2-40B4-BE49-F238E27FC236}">
                <a16:creationId xmlns:a16="http://schemas.microsoft.com/office/drawing/2014/main" id="{A934025F-9928-DC76-C497-BAB633D8EAE2}"/>
              </a:ext>
            </a:extLst>
          </p:cNvPr>
          <p:cNvPicPr>
            <a:picLocks noChangeAspect="1"/>
          </p:cNvPicPr>
          <p:nvPr/>
        </p:nvPicPr>
        <p:blipFill>
          <a:blip r:embed="rId4"/>
          <a:srcRect l="35402" t="10964" r="35691" b="24167"/>
          <a:stretch/>
        </p:blipFill>
        <p:spPr>
          <a:xfrm>
            <a:off x="3320018" y="3254026"/>
            <a:ext cx="1132724" cy="871018"/>
          </a:xfrm>
          <a:prstGeom prst="rect">
            <a:avLst/>
          </a:prstGeom>
        </p:spPr>
      </p:pic>
      <p:pic>
        <p:nvPicPr>
          <p:cNvPr id="21" name="Image 20" descr="Une image contenant roue, Roue de vélo, vélo, conception&#10;&#10;Le contenu généré par l’IA peut être incorrect.">
            <a:extLst>
              <a:ext uri="{FF2B5EF4-FFF2-40B4-BE49-F238E27FC236}">
                <a16:creationId xmlns:a16="http://schemas.microsoft.com/office/drawing/2014/main" id="{5203F68A-5B50-3312-401D-EE0A610D85EE}"/>
              </a:ext>
            </a:extLst>
          </p:cNvPr>
          <p:cNvPicPr>
            <a:picLocks noChangeAspect="1"/>
          </p:cNvPicPr>
          <p:nvPr/>
        </p:nvPicPr>
        <p:blipFill>
          <a:blip r:embed="rId4"/>
          <a:srcRect l="72111" t="2927" r="2785" b="25568"/>
          <a:stretch/>
        </p:blipFill>
        <p:spPr>
          <a:xfrm>
            <a:off x="2319392" y="3205962"/>
            <a:ext cx="985170" cy="961571"/>
          </a:xfrm>
          <a:prstGeom prst="rect">
            <a:avLst/>
          </a:prstGeom>
        </p:spPr>
      </p:pic>
      <p:cxnSp>
        <p:nvCxnSpPr>
          <p:cNvPr id="24" name="Connecteur droit 23">
            <a:extLst>
              <a:ext uri="{FF2B5EF4-FFF2-40B4-BE49-F238E27FC236}">
                <a16:creationId xmlns:a16="http://schemas.microsoft.com/office/drawing/2014/main" id="{5F36FF6B-2A77-E6BA-E92C-088FF256A764}"/>
              </a:ext>
            </a:extLst>
          </p:cNvPr>
          <p:cNvCxnSpPr/>
          <p:nvPr/>
        </p:nvCxnSpPr>
        <p:spPr>
          <a:xfrm>
            <a:off x="3241025" y="3551087"/>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25" name="Connecteur droit 24">
            <a:extLst>
              <a:ext uri="{FF2B5EF4-FFF2-40B4-BE49-F238E27FC236}">
                <a16:creationId xmlns:a16="http://schemas.microsoft.com/office/drawing/2014/main" id="{1D001A3F-AB65-EE39-9CB3-11273AB900E8}"/>
              </a:ext>
            </a:extLst>
          </p:cNvPr>
          <p:cNvCxnSpPr/>
          <p:nvPr/>
        </p:nvCxnSpPr>
        <p:spPr>
          <a:xfrm>
            <a:off x="3248011" y="3866983"/>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26" name="Connecteur droit 25">
            <a:extLst>
              <a:ext uri="{FF2B5EF4-FFF2-40B4-BE49-F238E27FC236}">
                <a16:creationId xmlns:a16="http://schemas.microsoft.com/office/drawing/2014/main" id="{F4C079F6-89B5-1C5A-71BD-0BC38046F067}"/>
              </a:ext>
            </a:extLst>
          </p:cNvPr>
          <p:cNvCxnSpPr/>
          <p:nvPr/>
        </p:nvCxnSpPr>
        <p:spPr>
          <a:xfrm>
            <a:off x="4346734" y="3539323"/>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27" name="Connecteur droit 26">
            <a:extLst>
              <a:ext uri="{FF2B5EF4-FFF2-40B4-BE49-F238E27FC236}">
                <a16:creationId xmlns:a16="http://schemas.microsoft.com/office/drawing/2014/main" id="{18BF65A0-0100-5A6A-4944-6D6D31849DAB}"/>
              </a:ext>
            </a:extLst>
          </p:cNvPr>
          <p:cNvCxnSpPr/>
          <p:nvPr/>
        </p:nvCxnSpPr>
        <p:spPr>
          <a:xfrm>
            <a:off x="4360387" y="3874603"/>
            <a:ext cx="169545" cy="0"/>
          </a:xfrm>
          <a:prstGeom prst="line">
            <a:avLst/>
          </a:prstGeom>
          <a:ln w="38100"/>
        </p:spPr>
        <p:style>
          <a:lnRef idx="2">
            <a:schemeClr val="dk1"/>
          </a:lnRef>
          <a:fillRef idx="0">
            <a:schemeClr val="dk1"/>
          </a:fillRef>
          <a:effectRef idx="1">
            <a:schemeClr val="dk1"/>
          </a:effectRef>
          <a:fontRef idx="minor">
            <a:schemeClr val="tx1"/>
          </a:fontRef>
        </p:style>
      </p:cxnSp>
      <p:sp>
        <p:nvSpPr>
          <p:cNvPr id="7" name="Rectangle : coins arrondis 6">
            <a:extLst>
              <a:ext uri="{FF2B5EF4-FFF2-40B4-BE49-F238E27FC236}">
                <a16:creationId xmlns:a16="http://schemas.microsoft.com/office/drawing/2014/main" id="{4C502891-670D-9BEC-1D6F-8351D4C1A1D2}"/>
              </a:ext>
            </a:extLst>
          </p:cNvPr>
          <p:cNvSpPr/>
          <p:nvPr/>
        </p:nvSpPr>
        <p:spPr>
          <a:xfrm>
            <a:off x="5941824" y="4120556"/>
            <a:ext cx="1296311" cy="10016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sz="2400" b="1" dirty="0"/>
              <a:t>Train</a:t>
            </a:r>
            <a:endParaRPr lang="fr-FR" sz="2400" b="1" dirty="0"/>
          </a:p>
        </p:txBody>
      </p:sp>
      <p:sp>
        <p:nvSpPr>
          <p:cNvPr id="9" name="Rectangle : coins arrondis 8">
            <a:extLst>
              <a:ext uri="{FF2B5EF4-FFF2-40B4-BE49-F238E27FC236}">
                <a16:creationId xmlns:a16="http://schemas.microsoft.com/office/drawing/2014/main" id="{A34CEC1E-7D51-8F1B-BF98-8E0C74199D18}"/>
              </a:ext>
            </a:extLst>
          </p:cNvPr>
          <p:cNvSpPr/>
          <p:nvPr/>
        </p:nvSpPr>
        <p:spPr>
          <a:xfrm>
            <a:off x="7804464" y="4120556"/>
            <a:ext cx="3263899" cy="9615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sz="2400" b="1" dirty="0" err="1"/>
              <a:t>Evaluate</a:t>
            </a:r>
            <a:endParaRPr lang="fr-CH" sz="2400" b="1" dirty="0"/>
          </a:p>
          <a:p>
            <a:pPr algn="ctr"/>
            <a:r>
              <a:rPr lang="fr-CH" sz="2400" b="1" dirty="0" err="1"/>
              <a:t>Peformance</a:t>
            </a:r>
            <a:endParaRPr lang="fr-FR" sz="2400" b="1" dirty="0"/>
          </a:p>
        </p:txBody>
      </p:sp>
      <p:cxnSp>
        <p:nvCxnSpPr>
          <p:cNvPr id="11" name="Connecteur droit avec flèche 10">
            <a:extLst>
              <a:ext uri="{FF2B5EF4-FFF2-40B4-BE49-F238E27FC236}">
                <a16:creationId xmlns:a16="http://schemas.microsoft.com/office/drawing/2014/main" id="{F7C25AA9-97D6-354E-BA28-9723CC65D0E0}"/>
              </a:ext>
            </a:extLst>
          </p:cNvPr>
          <p:cNvCxnSpPr>
            <a:cxnSpLocks/>
            <a:endCxn id="9" idx="1"/>
          </p:cNvCxnSpPr>
          <p:nvPr/>
        </p:nvCxnSpPr>
        <p:spPr>
          <a:xfrm flipV="1">
            <a:off x="6912351" y="4601342"/>
            <a:ext cx="892113" cy="6154"/>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28" name="Image 27" descr="Une image contenant roue, Roue de vélo, vélo, conception&#10;&#10;Le contenu généré par l’IA peut être incorrect.">
            <a:extLst>
              <a:ext uri="{FF2B5EF4-FFF2-40B4-BE49-F238E27FC236}">
                <a16:creationId xmlns:a16="http://schemas.microsoft.com/office/drawing/2014/main" id="{3B3A5F3F-FEF7-3784-0BD4-364C7E5D1825}"/>
              </a:ext>
            </a:extLst>
          </p:cNvPr>
          <p:cNvPicPr>
            <a:picLocks noChangeAspect="1"/>
          </p:cNvPicPr>
          <p:nvPr/>
        </p:nvPicPr>
        <p:blipFill>
          <a:blip r:embed="rId4"/>
          <a:srcRect l="578" t="5719" r="70515" b="29412"/>
          <a:stretch/>
        </p:blipFill>
        <p:spPr>
          <a:xfrm>
            <a:off x="2261638" y="4228156"/>
            <a:ext cx="1084333" cy="833807"/>
          </a:xfrm>
          <a:prstGeom prst="rect">
            <a:avLst/>
          </a:prstGeom>
        </p:spPr>
      </p:pic>
      <p:pic>
        <p:nvPicPr>
          <p:cNvPr id="29" name="Image 28" descr="Une image contenant roue, Roue de vélo, vélo, conception&#10;&#10;Le contenu généré par l’IA peut être incorrect.">
            <a:extLst>
              <a:ext uri="{FF2B5EF4-FFF2-40B4-BE49-F238E27FC236}">
                <a16:creationId xmlns:a16="http://schemas.microsoft.com/office/drawing/2014/main" id="{DDFE9631-FAE8-619A-5099-2FB034FCCADD}"/>
              </a:ext>
            </a:extLst>
          </p:cNvPr>
          <p:cNvPicPr>
            <a:picLocks noChangeAspect="1"/>
          </p:cNvPicPr>
          <p:nvPr/>
        </p:nvPicPr>
        <p:blipFill>
          <a:blip r:embed="rId4"/>
          <a:srcRect l="35402" t="10964" r="35691" b="24167"/>
          <a:stretch/>
        </p:blipFill>
        <p:spPr>
          <a:xfrm>
            <a:off x="3333205" y="4228156"/>
            <a:ext cx="1132724" cy="871018"/>
          </a:xfrm>
          <a:prstGeom prst="rect">
            <a:avLst/>
          </a:prstGeom>
        </p:spPr>
      </p:pic>
      <p:pic>
        <p:nvPicPr>
          <p:cNvPr id="30" name="Image 29" descr="Une image contenant roue, Roue de vélo, vélo, conception&#10;&#10;Le contenu généré par l’IA peut être incorrect.">
            <a:extLst>
              <a:ext uri="{FF2B5EF4-FFF2-40B4-BE49-F238E27FC236}">
                <a16:creationId xmlns:a16="http://schemas.microsoft.com/office/drawing/2014/main" id="{D7BCD1B0-EF33-ACA5-A610-7A3EC8AA1EED}"/>
              </a:ext>
            </a:extLst>
          </p:cNvPr>
          <p:cNvPicPr>
            <a:picLocks noChangeAspect="1"/>
          </p:cNvPicPr>
          <p:nvPr/>
        </p:nvPicPr>
        <p:blipFill>
          <a:blip r:embed="rId4"/>
          <a:srcRect l="72111" t="2927" r="2785" b="25568"/>
          <a:stretch/>
        </p:blipFill>
        <p:spPr>
          <a:xfrm>
            <a:off x="4472316" y="4182879"/>
            <a:ext cx="985170" cy="961571"/>
          </a:xfrm>
          <a:prstGeom prst="rect">
            <a:avLst/>
          </a:prstGeom>
        </p:spPr>
      </p:pic>
      <p:cxnSp>
        <p:nvCxnSpPr>
          <p:cNvPr id="31" name="Connecteur droit 30">
            <a:extLst>
              <a:ext uri="{FF2B5EF4-FFF2-40B4-BE49-F238E27FC236}">
                <a16:creationId xmlns:a16="http://schemas.microsoft.com/office/drawing/2014/main" id="{159B6845-E911-6A2C-C93B-C7495A70A7EC}"/>
              </a:ext>
            </a:extLst>
          </p:cNvPr>
          <p:cNvCxnSpPr/>
          <p:nvPr/>
        </p:nvCxnSpPr>
        <p:spPr>
          <a:xfrm>
            <a:off x="3254212" y="4525217"/>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32" name="Connecteur droit 31">
            <a:extLst>
              <a:ext uri="{FF2B5EF4-FFF2-40B4-BE49-F238E27FC236}">
                <a16:creationId xmlns:a16="http://schemas.microsoft.com/office/drawing/2014/main" id="{A1F6E4FD-16DB-E7A2-F212-0796CEF0D52B}"/>
              </a:ext>
            </a:extLst>
          </p:cNvPr>
          <p:cNvCxnSpPr/>
          <p:nvPr/>
        </p:nvCxnSpPr>
        <p:spPr>
          <a:xfrm>
            <a:off x="3261198" y="4841113"/>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33" name="Connecteur droit 32">
            <a:extLst>
              <a:ext uri="{FF2B5EF4-FFF2-40B4-BE49-F238E27FC236}">
                <a16:creationId xmlns:a16="http://schemas.microsoft.com/office/drawing/2014/main" id="{69CEF7BB-E592-7683-F0FC-6A9A30F5B823}"/>
              </a:ext>
            </a:extLst>
          </p:cNvPr>
          <p:cNvCxnSpPr/>
          <p:nvPr/>
        </p:nvCxnSpPr>
        <p:spPr>
          <a:xfrm>
            <a:off x="4359921" y="4513453"/>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34" name="Connecteur droit 33">
            <a:extLst>
              <a:ext uri="{FF2B5EF4-FFF2-40B4-BE49-F238E27FC236}">
                <a16:creationId xmlns:a16="http://schemas.microsoft.com/office/drawing/2014/main" id="{7D9683D6-29AF-A09C-DE34-EBBD23B97071}"/>
              </a:ext>
            </a:extLst>
          </p:cNvPr>
          <p:cNvCxnSpPr/>
          <p:nvPr/>
        </p:nvCxnSpPr>
        <p:spPr>
          <a:xfrm>
            <a:off x="4373574" y="4848733"/>
            <a:ext cx="169545" cy="0"/>
          </a:xfrm>
          <a:prstGeom prst="line">
            <a:avLst/>
          </a:prstGeom>
          <a:ln w="38100"/>
        </p:spPr>
        <p:style>
          <a:lnRef idx="2">
            <a:schemeClr val="dk1"/>
          </a:lnRef>
          <a:fillRef idx="0">
            <a:schemeClr val="dk1"/>
          </a:fillRef>
          <a:effectRef idx="1">
            <a:schemeClr val="dk1"/>
          </a:effectRef>
          <a:fontRef idx="minor">
            <a:schemeClr val="tx1"/>
          </a:fontRef>
        </p:style>
      </p:cxnSp>
      <p:pic>
        <p:nvPicPr>
          <p:cNvPr id="35" name="Image 34" descr="Une image contenant roue, Roue de vélo, vélo, conception&#10;&#10;Le contenu généré par l’IA peut être incorrect.">
            <a:extLst>
              <a:ext uri="{FF2B5EF4-FFF2-40B4-BE49-F238E27FC236}">
                <a16:creationId xmlns:a16="http://schemas.microsoft.com/office/drawing/2014/main" id="{1E354E66-F81F-613B-805C-1D4AAEA56F68}"/>
              </a:ext>
            </a:extLst>
          </p:cNvPr>
          <p:cNvPicPr>
            <a:picLocks noChangeAspect="1"/>
          </p:cNvPicPr>
          <p:nvPr/>
        </p:nvPicPr>
        <p:blipFill>
          <a:blip r:embed="rId4"/>
          <a:srcRect l="578" t="5719" r="70515" b="29412"/>
          <a:stretch/>
        </p:blipFill>
        <p:spPr>
          <a:xfrm>
            <a:off x="2241465" y="5252052"/>
            <a:ext cx="1084333" cy="833807"/>
          </a:xfrm>
          <a:prstGeom prst="rect">
            <a:avLst/>
          </a:prstGeom>
        </p:spPr>
      </p:pic>
      <p:pic>
        <p:nvPicPr>
          <p:cNvPr id="36" name="Image 35" descr="Une image contenant roue, Roue de vélo, vélo, conception&#10;&#10;Le contenu généré par l’IA peut être incorrect.">
            <a:extLst>
              <a:ext uri="{FF2B5EF4-FFF2-40B4-BE49-F238E27FC236}">
                <a16:creationId xmlns:a16="http://schemas.microsoft.com/office/drawing/2014/main" id="{2D44CF68-5CA6-0D9B-9AF7-46A3B58D14E6}"/>
              </a:ext>
            </a:extLst>
          </p:cNvPr>
          <p:cNvPicPr>
            <a:picLocks noChangeAspect="1"/>
          </p:cNvPicPr>
          <p:nvPr/>
        </p:nvPicPr>
        <p:blipFill>
          <a:blip r:embed="rId4"/>
          <a:srcRect l="35402" t="10964" r="35691" b="24167"/>
          <a:stretch/>
        </p:blipFill>
        <p:spPr>
          <a:xfrm>
            <a:off x="4410130" y="5298138"/>
            <a:ext cx="1132724" cy="871018"/>
          </a:xfrm>
          <a:prstGeom prst="rect">
            <a:avLst/>
          </a:prstGeom>
        </p:spPr>
      </p:pic>
      <p:pic>
        <p:nvPicPr>
          <p:cNvPr id="37" name="Image 36" descr="Une image contenant roue, Roue de vélo, vélo, conception&#10;&#10;Le contenu généré par l’IA peut être incorrect.">
            <a:extLst>
              <a:ext uri="{FF2B5EF4-FFF2-40B4-BE49-F238E27FC236}">
                <a16:creationId xmlns:a16="http://schemas.microsoft.com/office/drawing/2014/main" id="{C9531426-551D-FF3C-330D-C931FDE31026}"/>
              </a:ext>
            </a:extLst>
          </p:cNvPr>
          <p:cNvPicPr>
            <a:picLocks noChangeAspect="1"/>
          </p:cNvPicPr>
          <p:nvPr/>
        </p:nvPicPr>
        <p:blipFill>
          <a:blip r:embed="rId4"/>
          <a:srcRect l="72111" t="2927" r="2785" b="25568"/>
          <a:stretch/>
        </p:blipFill>
        <p:spPr>
          <a:xfrm>
            <a:off x="3410570" y="5196358"/>
            <a:ext cx="985170" cy="961571"/>
          </a:xfrm>
          <a:prstGeom prst="rect">
            <a:avLst/>
          </a:prstGeom>
        </p:spPr>
      </p:pic>
      <p:cxnSp>
        <p:nvCxnSpPr>
          <p:cNvPr id="38" name="Connecteur droit 37">
            <a:extLst>
              <a:ext uri="{FF2B5EF4-FFF2-40B4-BE49-F238E27FC236}">
                <a16:creationId xmlns:a16="http://schemas.microsoft.com/office/drawing/2014/main" id="{91F667B5-24E9-23F2-D9EF-C4EF0A5D7704}"/>
              </a:ext>
            </a:extLst>
          </p:cNvPr>
          <p:cNvCxnSpPr/>
          <p:nvPr/>
        </p:nvCxnSpPr>
        <p:spPr>
          <a:xfrm>
            <a:off x="3234039" y="5549113"/>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39" name="Connecteur droit 38">
            <a:extLst>
              <a:ext uri="{FF2B5EF4-FFF2-40B4-BE49-F238E27FC236}">
                <a16:creationId xmlns:a16="http://schemas.microsoft.com/office/drawing/2014/main" id="{DEE705AE-28CD-809B-DAE3-7C04D903913B}"/>
              </a:ext>
            </a:extLst>
          </p:cNvPr>
          <p:cNvCxnSpPr/>
          <p:nvPr/>
        </p:nvCxnSpPr>
        <p:spPr>
          <a:xfrm>
            <a:off x="3241025" y="5865009"/>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40" name="Connecteur droit 39">
            <a:extLst>
              <a:ext uri="{FF2B5EF4-FFF2-40B4-BE49-F238E27FC236}">
                <a16:creationId xmlns:a16="http://schemas.microsoft.com/office/drawing/2014/main" id="{8AE6FB26-2C1B-81AC-38E6-67779A9A3108}"/>
              </a:ext>
            </a:extLst>
          </p:cNvPr>
          <p:cNvCxnSpPr/>
          <p:nvPr/>
        </p:nvCxnSpPr>
        <p:spPr>
          <a:xfrm>
            <a:off x="4339748" y="5537349"/>
            <a:ext cx="169545" cy="0"/>
          </a:xfrm>
          <a:prstGeom prst="line">
            <a:avLst/>
          </a:prstGeom>
          <a:ln w="38100"/>
        </p:spPr>
        <p:style>
          <a:lnRef idx="2">
            <a:schemeClr val="dk1"/>
          </a:lnRef>
          <a:fillRef idx="0">
            <a:schemeClr val="dk1"/>
          </a:fillRef>
          <a:effectRef idx="1">
            <a:schemeClr val="dk1"/>
          </a:effectRef>
          <a:fontRef idx="minor">
            <a:schemeClr val="tx1"/>
          </a:fontRef>
        </p:style>
      </p:cxnSp>
      <p:cxnSp>
        <p:nvCxnSpPr>
          <p:cNvPr id="41" name="Connecteur droit 40">
            <a:extLst>
              <a:ext uri="{FF2B5EF4-FFF2-40B4-BE49-F238E27FC236}">
                <a16:creationId xmlns:a16="http://schemas.microsoft.com/office/drawing/2014/main" id="{E205CF3C-74C2-9C4F-621D-E4A274FA476C}"/>
              </a:ext>
            </a:extLst>
          </p:cNvPr>
          <p:cNvCxnSpPr/>
          <p:nvPr/>
        </p:nvCxnSpPr>
        <p:spPr>
          <a:xfrm>
            <a:off x="4353401" y="5872629"/>
            <a:ext cx="169545" cy="0"/>
          </a:xfrm>
          <a:prstGeom prst="line">
            <a:avLst/>
          </a:prstGeom>
          <a:ln w="381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62210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par>
                                <p:cTn id="8" presetID="22" presetClass="entr" presetSubtype="8"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500"/>
                                        <p:tgtEl>
                                          <p:spTgt spid="19"/>
                                        </p:tgtEl>
                                      </p:cBhvr>
                                    </p:animEffect>
                                  </p:childTnLst>
                                </p:cTn>
                              </p:par>
                              <p:par>
                                <p:cTn id="11" presetID="22" presetClass="entr" presetSubtype="8"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left)">
                                      <p:cBhvr>
                                        <p:cTn id="13" dur="500"/>
                                        <p:tgtEl>
                                          <p:spTgt spid="20"/>
                                        </p:tgtEl>
                                      </p:cBhvr>
                                    </p:animEffect>
                                  </p:childTnLst>
                                </p:cTn>
                              </p:par>
                              <p:par>
                                <p:cTn id="14" presetID="22" presetClass="entr" presetSubtype="8"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left)">
                                      <p:cBhvr>
                                        <p:cTn id="16" dur="500"/>
                                        <p:tgtEl>
                                          <p:spTgt spid="21"/>
                                        </p:tgtEl>
                                      </p:cBhvr>
                                    </p:animEffect>
                                  </p:childTnLst>
                                </p:cTn>
                              </p:par>
                              <p:par>
                                <p:cTn id="17" presetID="22" presetClass="entr" presetSubtype="8"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par>
                                <p:cTn id="20" presetID="22" presetClass="entr" presetSubtype="8"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par>
                                <p:cTn id="23" presetID="22" presetClass="entr" presetSubtype="8"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left)">
                                      <p:cBhvr>
                                        <p:cTn id="25" dur="500"/>
                                        <p:tgtEl>
                                          <p:spTgt spid="26"/>
                                        </p:tgtEl>
                                      </p:cBhvr>
                                    </p:animEffect>
                                  </p:childTnLst>
                                </p:cTn>
                              </p:par>
                              <p:par>
                                <p:cTn id="26" presetID="22" presetClass="entr" presetSubtype="8"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left)">
                                      <p:cBhvr>
                                        <p:cTn id="28" dur="500"/>
                                        <p:tgtEl>
                                          <p:spTgt spid="27"/>
                                        </p:tgtEl>
                                      </p:cBhvr>
                                    </p:animEffect>
                                  </p:childTnLst>
                                </p:cTn>
                              </p:par>
                              <p:par>
                                <p:cTn id="29" presetID="22" presetClass="entr" presetSubtype="8" fill="hold" nodeType="with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par>
                                <p:cTn id="32" presetID="22" presetClass="entr" presetSubtype="8" fill="hold"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left)">
                                      <p:cBhvr>
                                        <p:cTn id="34" dur="500"/>
                                        <p:tgtEl>
                                          <p:spTgt spid="35"/>
                                        </p:tgtEl>
                                      </p:cBhvr>
                                    </p:animEffect>
                                  </p:childTnLst>
                                </p:cTn>
                              </p:par>
                              <p:par>
                                <p:cTn id="35" presetID="22" presetClass="entr" presetSubtype="8"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left)">
                                      <p:cBhvr>
                                        <p:cTn id="37" dur="500"/>
                                        <p:tgtEl>
                                          <p:spTgt spid="36"/>
                                        </p:tgtEl>
                                      </p:cBhvr>
                                    </p:animEffect>
                                  </p:childTnLst>
                                </p:cTn>
                              </p:par>
                              <p:par>
                                <p:cTn id="38" presetID="22" presetClass="entr" presetSubtype="8" fill="hold"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wipe(left)">
                                      <p:cBhvr>
                                        <p:cTn id="40" dur="500"/>
                                        <p:tgtEl>
                                          <p:spTgt spid="37"/>
                                        </p:tgtEl>
                                      </p:cBhvr>
                                    </p:animEffect>
                                  </p:childTnLst>
                                </p:cTn>
                              </p:par>
                              <p:par>
                                <p:cTn id="41" presetID="22" presetClass="entr" presetSubtype="8"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wipe(left)">
                                      <p:cBhvr>
                                        <p:cTn id="43" dur="500"/>
                                        <p:tgtEl>
                                          <p:spTgt spid="38"/>
                                        </p:tgtEl>
                                      </p:cBhvr>
                                    </p:animEffect>
                                  </p:childTnLst>
                                </p:cTn>
                              </p:par>
                              <p:par>
                                <p:cTn id="44" presetID="22" presetClass="entr" presetSubtype="8" fill="hold"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wipe(left)">
                                      <p:cBhvr>
                                        <p:cTn id="46" dur="500"/>
                                        <p:tgtEl>
                                          <p:spTgt spid="39"/>
                                        </p:tgtEl>
                                      </p:cBhvr>
                                    </p:animEffect>
                                  </p:childTnLst>
                                </p:cTn>
                              </p:par>
                              <p:par>
                                <p:cTn id="47" presetID="22" presetClass="entr" presetSubtype="8"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wipe(left)">
                                      <p:cBhvr>
                                        <p:cTn id="49" dur="500"/>
                                        <p:tgtEl>
                                          <p:spTgt spid="40"/>
                                        </p:tgtEl>
                                      </p:cBhvr>
                                    </p:animEffect>
                                  </p:childTnLst>
                                </p:cTn>
                              </p:par>
                              <p:par>
                                <p:cTn id="50" presetID="22" presetClass="entr" presetSubtype="8" fill="hold"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wipe(left)">
                                      <p:cBhvr>
                                        <p:cTn id="5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A6C5C-5F11-3D6B-562F-4DE01BEABA5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25B5517-A471-9540-D3F1-1BF6B6D6F9F3}"/>
              </a:ext>
            </a:extLst>
          </p:cNvPr>
          <p:cNvSpPr>
            <a:spLocks noGrp="1"/>
          </p:cNvSpPr>
          <p:nvPr>
            <p:ph type="sldNum" sz="quarter" idx="16"/>
          </p:nvPr>
        </p:nvSpPr>
        <p:spPr/>
        <p:txBody>
          <a:bodyPr/>
          <a:lstStyle/>
          <a:p>
            <a:fld id="{167A0328-A2CC-4110-85D0-A410FFB4F3E3}" type="slidenum">
              <a:rPr lang="fr-FR" smtClean="0"/>
              <a:pPr/>
              <a:t>9</a:t>
            </a:fld>
            <a:endParaRPr lang="fr-FR" dirty="0"/>
          </a:p>
        </p:txBody>
      </p:sp>
      <p:sp>
        <p:nvSpPr>
          <p:cNvPr id="4" name="Titre 3">
            <a:extLst>
              <a:ext uri="{FF2B5EF4-FFF2-40B4-BE49-F238E27FC236}">
                <a16:creationId xmlns:a16="http://schemas.microsoft.com/office/drawing/2014/main" id="{622203A4-C6AB-DA89-DA9D-DECB8326A358}"/>
              </a:ext>
            </a:extLst>
          </p:cNvPr>
          <p:cNvSpPr>
            <a:spLocks noGrp="1"/>
          </p:cNvSpPr>
          <p:nvPr>
            <p:ph type="title"/>
          </p:nvPr>
        </p:nvSpPr>
        <p:spPr/>
        <p:txBody>
          <a:bodyPr/>
          <a:lstStyle/>
          <a:p>
            <a:r>
              <a:rPr lang="fr-CH" dirty="0"/>
              <a:t>Challenges</a:t>
            </a:r>
          </a:p>
        </p:txBody>
      </p:sp>
      <p:sp>
        <p:nvSpPr>
          <p:cNvPr id="16" name="ZoneTexte 15">
            <a:extLst>
              <a:ext uri="{FF2B5EF4-FFF2-40B4-BE49-F238E27FC236}">
                <a16:creationId xmlns:a16="http://schemas.microsoft.com/office/drawing/2014/main" id="{372CB086-8038-C854-ACAD-FE424167EB73}"/>
              </a:ext>
            </a:extLst>
          </p:cNvPr>
          <p:cNvSpPr txBox="1"/>
          <p:nvPr/>
        </p:nvSpPr>
        <p:spPr>
          <a:xfrm>
            <a:off x="0" y="325217"/>
            <a:ext cx="5615686" cy="261610"/>
          </a:xfrm>
          <a:prstGeom prst="rect">
            <a:avLst/>
          </a:prstGeom>
          <a:noFill/>
        </p:spPr>
        <p:txBody>
          <a:bodyPr wrap="square">
            <a:spAutoFit/>
          </a:bodyPr>
          <a:lstStyle/>
          <a:p>
            <a:r>
              <a:rPr lang="fr-FR" sz="1100" i="1" dirty="0"/>
              <a:t>Source : </a:t>
            </a:r>
            <a:r>
              <a:rPr lang="fr-FR" sz="1100" i="1" dirty="0" err="1"/>
              <a:t>Zoph</a:t>
            </a:r>
            <a:r>
              <a:rPr lang="fr-FR" sz="1100" i="1" dirty="0"/>
              <a:t> &amp; Le (2017)  Neural Architecture </a:t>
            </a:r>
            <a:r>
              <a:rPr lang="fr-FR" sz="1100" i="1" dirty="0" err="1"/>
              <a:t>Search</a:t>
            </a:r>
            <a:r>
              <a:rPr lang="fr-FR" sz="1100" i="1" dirty="0"/>
              <a:t> </a:t>
            </a:r>
            <a:r>
              <a:rPr lang="fr-FR" sz="1100" i="1" dirty="0" err="1"/>
              <a:t>with</a:t>
            </a:r>
            <a:r>
              <a:rPr lang="fr-FR" sz="1100" i="1" dirty="0"/>
              <a:t> RL</a:t>
            </a:r>
          </a:p>
        </p:txBody>
      </p:sp>
      <mc:AlternateContent xmlns:mc="http://schemas.openxmlformats.org/markup-compatibility/2006" xmlns:a14="http://schemas.microsoft.com/office/drawing/2010/main">
        <mc:Choice Requires="a14">
          <p:sp>
            <p:nvSpPr>
              <p:cNvPr id="23" name="Espace réservé du contenu 22">
                <a:extLst>
                  <a:ext uri="{FF2B5EF4-FFF2-40B4-BE49-F238E27FC236}">
                    <a16:creationId xmlns:a16="http://schemas.microsoft.com/office/drawing/2014/main" id="{3125A066-CCC6-CB15-8446-EB6ABEA34C2B}"/>
                  </a:ext>
                </a:extLst>
              </p:cNvPr>
              <p:cNvSpPr>
                <a:spLocks noGrp="1"/>
              </p:cNvSpPr>
              <p:nvPr>
                <p:ph sz="quarter" idx="13"/>
              </p:nvPr>
            </p:nvSpPr>
            <p:spPr>
              <a:xfrm>
                <a:off x="3943351" y="2709806"/>
                <a:ext cx="8035924" cy="1062094"/>
              </a:xfrm>
            </p:spPr>
            <p:txBody>
              <a:bodyPr>
                <a:normAutofit fontScale="92500"/>
              </a:bodyPr>
              <a:lstStyle/>
              <a:p>
                <a:pPr marL="0" indent="0">
                  <a:buNone/>
                </a:pPr>
                <a:r>
                  <a:rPr lang="fr-FR" dirty="0">
                    <a:sym typeface="Wingdings" panose="05000000000000000000" pitchFamily="2" charset="2"/>
                  </a:rPr>
                  <a:t>The first NAS (</a:t>
                </a:r>
                <a:r>
                  <a:rPr lang="fr-FR" dirty="0" err="1">
                    <a:sym typeface="Wingdings" panose="05000000000000000000" pitchFamily="2" charset="2"/>
                  </a:rPr>
                  <a:t>Zoph</a:t>
                </a:r>
                <a:r>
                  <a:rPr lang="fr-FR" dirty="0">
                    <a:sym typeface="Wingdings" panose="05000000000000000000" pitchFamily="2" charset="2"/>
                  </a:rPr>
                  <a:t> &amp; Le. 2017)</a:t>
                </a:r>
                <a:r>
                  <a:rPr lang="fr-FR" dirty="0" err="1">
                    <a:sym typeface="Wingdings" panose="05000000000000000000" pitchFamily="2" charset="2"/>
                  </a:rPr>
                  <a:t>Search</a:t>
                </a:r>
                <a:r>
                  <a:rPr lang="fr-FR" dirty="0">
                    <a:sym typeface="Wingdings" panose="05000000000000000000" pitchFamily="2" charset="2"/>
                  </a:rPr>
                  <a:t> </a:t>
                </a:r>
                <a:r>
                  <a:rPr lang="fr-FR" dirty="0" err="1">
                    <a:sym typeface="Wingdings" panose="05000000000000000000" pitchFamily="2" charset="2"/>
                  </a:rPr>
                  <a:t>Space</a:t>
                </a:r>
                <a:r>
                  <a:rPr lang="fr-FR" dirty="0">
                    <a:sym typeface="Wingdings" panose="05000000000000000000" pitchFamily="2" charset="2"/>
                  </a:rPr>
                  <a:t> </a:t>
                </a:r>
                <a:r>
                  <a:rPr lang="fr-FR" dirty="0" err="1">
                    <a:sym typeface="Wingdings" panose="05000000000000000000" pitchFamily="2" charset="2"/>
                  </a:rPr>
                  <a:t>was</a:t>
                </a:r>
                <a:r>
                  <a:rPr lang="fr-FR" dirty="0">
                    <a:sym typeface="Wingdings" panose="05000000000000000000" pitchFamily="2" charset="2"/>
                  </a:rPr>
                  <a:t> ~ </a:t>
                </a:r>
                <a14:m>
                  <m:oMath xmlns:m="http://schemas.openxmlformats.org/officeDocument/2006/math">
                    <m:r>
                      <a:rPr lang="fr-CH" b="0" i="1" smtClean="0">
                        <a:latin typeface="Cambria Math" panose="02040503050406030204" pitchFamily="18" charset="0"/>
                        <a:sym typeface="Wingdings" panose="05000000000000000000" pitchFamily="2" charset="2"/>
                      </a:rPr>
                      <m:t>6∗</m:t>
                    </m:r>
                    <m:sSup>
                      <m:sSupPr>
                        <m:ctrlPr>
                          <a:rPr lang="fr-CH" b="0" i="1" smtClean="0">
                            <a:latin typeface="Cambria Math" panose="02040503050406030204" pitchFamily="18" charset="0"/>
                            <a:sym typeface="Wingdings" panose="05000000000000000000" pitchFamily="2" charset="2"/>
                          </a:rPr>
                        </m:ctrlPr>
                      </m:sSupPr>
                      <m:e>
                        <m:r>
                          <a:rPr lang="fr-CH" b="0" i="1" smtClean="0">
                            <a:latin typeface="Cambria Math" panose="02040503050406030204" pitchFamily="18" charset="0"/>
                            <a:sym typeface="Wingdings" panose="05000000000000000000" pitchFamily="2" charset="2"/>
                          </a:rPr>
                          <m:t>10</m:t>
                        </m:r>
                      </m:e>
                      <m:sup>
                        <m:r>
                          <a:rPr lang="fr-CH" b="0" i="1" smtClean="0">
                            <a:latin typeface="Cambria Math" panose="02040503050406030204" pitchFamily="18" charset="0"/>
                            <a:sym typeface="Wingdings" panose="05000000000000000000" pitchFamily="2" charset="2"/>
                          </a:rPr>
                          <m:t>16</m:t>
                        </m:r>
                      </m:sup>
                    </m:sSup>
                  </m:oMath>
                </a14:m>
                <a:endParaRPr lang="fr-FR" dirty="0">
                  <a:sym typeface="Wingdings" panose="05000000000000000000" pitchFamily="2" charset="2"/>
                </a:endParaRPr>
              </a:p>
              <a:p>
                <a:pPr marL="0" indent="0">
                  <a:buNone/>
                </a:pPr>
                <a:r>
                  <a:rPr lang="fr-FR" dirty="0">
                    <a:sym typeface="Wingdings" panose="05000000000000000000" pitchFamily="2" charset="2"/>
                  </a:rPr>
                  <a:t>It </a:t>
                </a:r>
                <a:r>
                  <a:rPr lang="fr-FR" dirty="0" err="1">
                    <a:sym typeface="Wingdings" panose="05000000000000000000" pitchFamily="2" charset="2"/>
                  </a:rPr>
                  <a:t>took</a:t>
                </a:r>
                <a:r>
                  <a:rPr lang="fr-FR" dirty="0">
                    <a:sym typeface="Wingdings" panose="05000000000000000000" pitchFamily="2" charset="2"/>
                  </a:rPr>
                  <a:t> 28 </a:t>
                </a:r>
                <a:r>
                  <a:rPr lang="fr-FR" dirty="0" err="1">
                    <a:sym typeface="Wingdings" panose="05000000000000000000" pitchFamily="2" charset="2"/>
                  </a:rPr>
                  <a:t>days</a:t>
                </a:r>
                <a:r>
                  <a:rPr lang="fr-FR" dirty="0">
                    <a:sym typeface="Wingdings" panose="05000000000000000000" pitchFamily="2" charset="2"/>
                  </a:rPr>
                  <a:t> </a:t>
                </a:r>
                <a:r>
                  <a:rPr lang="fr-FR" dirty="0" err="1">
                    <a:sym typeface="Wingdings" panose="05000000000000000000" pitchFamily="2" charset="2"/>
                  </a:rPr>
                  <a:t>with</a:t>
                </a:r>
                <a:r>
                  <a:rPr lang="fr-FR" dirty="0">
                    <a:sym typeface="Wingdings" panose="05000000000000000000" pitchFamily="2" charset="2"/>
                  </a:rPr>
                  <a:t> 800 </a:t>
                </a:r>
                <a:r>
                  <a:rPr lang="fr-FR" dirty="0" err="1">
                    <a:sym typeface="Wingdings" panose="05000000000000000000" pitchFamily="2" charset="2"/>
                  </a:rPr>
                  <a:t>GPU’s</a:t>
                </a:r>
                <a:r>
                  <a:rPr lang="fr-FR" dirty="0">
                    <a:sym typeface="Wingdings" panose="05000000000000000000" pitchFamily="2" charset="2"/>
                  </a:rPr>
                  <a:t> in </a:t>
                </a:r>
                <a:r>
                  <a:rPr lang="fr-FR" dirty="0" err="1">
                    <a:sym typeface="Wingdings" panose="05000000000000000000" pitchFamily="2" charset="2"/>
                  </a:rPr>
                  <a:t>parallel</a:t>
                </a:r>
                <a:endParaRPr lang="fr-FR" dirty="0">
                  <a:sym typeface="Wingdings" panose="05000000000000000000" pitchFamily="2" charset="2"/>
                </a:endParaRPr>
              </a:p>
            </p:txBody>
          </p:sp>
        </mc:Choice>
        <mc:Fallback xmlns="">
          <p:sp>
            <p:nvSpPr>
              <p:cNvPr id="23" name="Espace réservé du contenu 22">
                <a:extLst>
                  <a:ext uri="{FF2B5EF4-FFF2-40B4-BE49-F238E27FC236}">
                    <a16:creationId xmlns:a16="http://schemas.microsoft.com/office/drawing/2014/main" id="{3125A066-CCC6-CB15-8446-EB6ABEA34C2B}"/>
                  </a:ext>
                </a:extLst>
              </p:cNvPr>
              <p:cNvSpPr>
                <a:spLocks noGrp="1" noRot="1" noChangeAspect="1" noMove="1" noResize="1" noEditPoints="1" noAdjustHandles="1" noChangeArrowheads="1" noChangeShapeType="1" noTextEdit="1"/>
              </p:cNvSpPr>
              <p:nvPr>
                <p:ph sz="quarter" idx="13"/>
              </p:nvPr>
            </p:nvSpPr>
            <p:spPr>
              <a:xfrm>
                <a:off x="3943351" y="2709806"/>
                <a:ext cx="8035924" cy="1062094"/>
              </a:xfrm>
              <a:blipFill>
                <a:blip r:embed="rId2"/>
                <a:stretch>
                  <a:fillRect l="-986" t="-6897"/>
                </a:stretch>
              </a:blipFill>
            </p:spPr>
            <p:txBody>
              <a:bodyPr/>
              <a:lstStyle/>
              <a:p>
                <a:r>
                  <a:rPr lang="fr-FR">
                    <a:noFill/>
                  </a:rPr>
                  <a:t> </a:t>
                </a:r>
              </a:p>
            </p:txBody>
          </p:sp>
        </mc:Fallback>
      </mc:AlternateContent>
      <p:sp>
        <p:nvSpPr>
          <p:cNvPr id="5" name="Espace réservé du contenu 22">
            <a:extLst>
              <a:ext uri="{FF2B5EF4-FFF2-40B4-BE49-F238E27FC236}">
                <a16:creationId xmlns:a16="http://schemas.microsoft.com/office/drawing/2014/main" id="{6A4E96AC-357E-8DCD-1EFA-3DE1A60AA362}"/>
              </a:ext>
            </a:extLst>
          </p:cNvPr>
          <p:cNvSpPr txBox="1">
            <a:spLocks/>
          </p:cNvSpPr>
          <p:nvPr/>
        </p:nvSpPr>
        <p:spPr>
          <a:xfrm>
            <a:off x="4201621" y="5169925"/>
            <a:ext cx="6360847" cy="81845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CH" sz="3200" b="1" dirty="0">
                <a:solidFill>
                  <a:srgbClr val="FF0000"/>
                </a:solidFill>
              </a:rPr>
              <a:t>How to </a:t>
            </a:r>
            <a:r>
              <a:rPr lang="fr-CH" sz="3200" b="1" dirty="0" err="1">
                <a:solidFill>
                  <a:srgbClr val="FF0000"/>
                </a:solidFill>
              </a:rPr>
              <a:t>reduce</a:t>
            </a:r>
            <a:r>
              <a:rPr lang="fr-CH" sz="3200" b="1" dirty="0">
                <a:solidFill>
                  <a:srgbClr val="FF0000"/>
                </a:solidFill>
              </a:rPr>
              <a:t> the </a:t>
            </a:r>
            <a:r>
              <a:rPr lang="fr-CH" sz="3200" b="1" dirty="0" err="1">
                <a:solidFill>
                  <a:srgbClr val="FF0000"/>
                </a:solidFill>
              </a:rPr>
              <a:t>search</a:t>
            </a:r>
            <a:r>
              <a:rPr lang="fr-CH" sz="3200" b="1" dirty="0">
                <a:solidFill>
                  <a:srgbClr val="FF0000"/>
                </a:solidFill>
              </a:rPr>
              <a:t> and </a:t>
            </a:r>
            <a:r>
              <a:rPr lang="fr-CH" sz="3200" b="1" dirty="0" err="1">
                <a:solidFill>
                  <a:srgbClr val="FF0000"/>
                </a:solidFill>
              </a:rPr>
              <a:t>evaluation</a:t>
            </a:r>
            <a:r>
              <a:rPr lang="fr-CH" sz="3200" b="1" dirty="0">
                <a:solidFill>
                  <a:srgbClr val="FF0000"/>
                </a:solidFill>
              </a:rPr>
              <a:t> time ?</a:t>
            </a:r>
            <a:endParaRPr lang="fr-FR" sz="3200" dirty="0">
              <a:solidFill>
                <a:srgbClr val="FF0000"/>
              </a:solidFill>
            </a:endParaRPr>
          </a:p>
        </p:txBody>
      </p:sp>
      <mc:AlternateContent xmlns:mc="http://schemas.openxmlformats.org/markup-compatibility/2006" xmlns:a14="http://schemas.microsoft.com/office/drawing/2010/main">
        <mc:Choice Requires="a14">
          <p:sp>
            <p:nvSpPr>
              <p:cNvPr id="2" name="Rectangle : coins arrondis 1">
                <a:extLst>
                  <a:ext uri="{FF2B5EF4-FFF2-40B4-BE49-F238E27FC236}">
                    <a16:creationId xmlns:a16="http://schemas.microsoft.com/office/drawing/2014/main" id="{7F6B307C-3657-8C10-E693-C5EF6D2AB273}"/>
                  </a:ext>
                </a:extLst>
              </p:cNvPr>
              <p:cNvSpPr/>
              <p:nvPr/>
            </p:nvSpPr>
            <p:spPr>
              <a:xfrm>
                <a:off x="455740" y="2579452"/>
                <a:ext cx="2895790" cy="35797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14:m>
                  <m:oMathPara xmlns:m="http://schemas.openxmlformats.org/officeDocument/2006/math">
                    <m:oMathParaPr>
                      <m:jc m:val="centerGroup"/>
                    </m:oMathParaPr>
                    <m:oMath xmlns:m="http://schemas.openxmlformats.org/officeDocument/2006/math">
                      <m:r>
                        <a:rPr lang="fr-CH" sz="2400" b="1" i="1" smtClean="0">
                          <a:latin typeface="Cambria Math" panose="02040503050406030204" pitchFamily="18" charset="0"/>
                        </a:rPr>
                        <m:t>𝑺𝒆𝒂𝒓𝒄𝒉</m:t>
                      </m:r>
                      <m:r>
                        <a:rPr lang="fr-CH" sz="2400" b="1" i="1" smtClean="0">
                          <a:latin typeface="Cambria Math" panose="02040503050406030204" pitchFamily="18" charset="0"/>
                        </a:rPr>
                        <m:t> </m:t>
                      </m:r>
                      <m:r>
                        <a:rPr lang="fr-CH" sz="2400" b="1" i="1" smtClean="0">
                          <a:latin typeface="Cambria Math" panose="02040503050406030204" pitchFamily="18" charset="0"/>
                        </a:rPr>
                        <m:t>𝑺𝒑𝒂𝒄𝒆</m:t>
                      </m:r>
                      <m:r>
                        <a:rPr lang="fr-CH" sz="2400" b="1" i="1" smtClean="0">
                          <a:latin typeface="Cambria Math" panose="02040503050406030204" pitchFamily="18" charset="0"/>
                        </a:rPr>
                        <m:t> </m:t>
                      </m:r>
                      <m:r>
                        <a:rPr lang="fr-CH" sz="2400" b="1" i="1" smtClean="0">
                          <a:latin typeface="Cambria Math" panose="02040503050406030204" pitchFamily="18" charset="0"/>
                        </a:rPr>
                        <m:t>𝑨</m:t>
                      </m:r>
                    </m:oMath>
                  </m:oMathPara>
                </a14:m>
                <a:endParaRPr lang="fr-FR" sz="2400" b="1" dirty="0"/>
              </a:p>
            </p:txBody>
          </p:sp>
        </mc:Choice>
        <mc:Fallback xmlns="">
          <p:sp>
            <p:nvSpPr>
              <p:cNvPr id="2" name="Rectangle : coins arrondis 1">
                <a:extLst>
                  <a:ext uri="{FF2B5EF4-FFF2-40B4-BE49-F238E27FC236}">
                    <a16:creationId xmlns:a16="http://schemas.microsoft.com/office/drawing/2014/main" id="{7F6B307C-3657-8C10-E693-C5EF6D2AB273}"/>
                  </a:ext>
                </a:extLst>
              </p:cNvPr>
              <p:cNvSpPr>
                <a:spLocks noRot="1" noChangeAspect="1" noMove="1" noResize="1" noEditPoints="1" noAdjustHandles="1" noChangeArrowheads="1" noChangeShapeType="1" noTextEdit="1"/>
              </p:cNvSpPr>
              <p:nvPr/>
            </p:nvSpPr>
            <p:spPr>
              <a:xfrm>
                <a:off x="455740" y="2579452"/>
                <a:ext cx="2895790" cy="3579702"/>
              </a:xfrm>
              <a:prstGeom prst="roundRect">
                <a:avLst/>
              </a:prstGeom>
              <a:blipFill>
                <a:blip r:embed="rId3"/>
                <a:stretch>
                  <a:fillRect/>
                </a:stretch>
              </a:blipFill>
            </p:spPr>
            <p:txBody>
              <a:bodyPr/>
              <a:lstStyle/>
              <a:p>
                <a:r>
                  <a:rPr lang="fr-FR">
                    <a:noFill/>
                  </a:rPr>
                  <a:t> </a:t>
                </a:r>
              </a:p>
            </p:txBody>
          </p:sp>
        </mc:Fallback>
      </mc:AlternateContent>
      <p:pic>
        <p:nvPicPr>
          <p:cNvPr id="6" name="Image 5" descr="Une image contenant roue, Roue de vélo, vélo, conception&#10;&#10;Le contenu généré par l’IA peut être incorrect.">
            <a:extLst>
              <a:ext uri="{FF2B5EF4-FFF2-40B4-BE49-F238E27FC236}">
                <a16:creationId xmlns:a16="http://schemas.microsoft.com/office/drawing/2014/main" id="{93849960-121F-07E0-FEC1-7E6A045DE964}"/>
              </a:ext>
            </a:extLst>
          </p:cNvPr>
          <p:cNvPicPr>
            <a:picLocks noChangeAspect="1"/>
          </p:cNvPicPr>
          <p:nvPr/>
        </p:nvPicPr>
        <p:blipFill>
          <a:blip r:embed="rId4"/>
          <a:srcRect l="578" t="5719" r="70515" b="29412"/>
          <a:stretch/>
        </p:blipFill>
        <p:spPr>
          <a:xfrm>
            <a:off x="1337564" y="3279269"/>
            <a:ext cx="1084333" cy="833807"/>
          </a:xfrm>
          <a:prstGeom prst="rect">
            <a:avLst/>
          </a:prstGeom>
        </p:spPr>
      </p:pic>
      <p:pic>
        <p:nvPicPr>
          <p:cNvPr id="7" name="Image 6" descr="Une image contenant roue, Roue de vélo, vélo, conception&#10;&#10;Le contenu généré par l’IA peut être incorrect.">
            <a:extLst>
              <a:ext uri="{FF2B5EF4-FFF2-40B4-BE49-F238E27FC236}">
                <a16:creationId xmlns:a16="http://schemas.microsoft.com/office/drawing/2014/main" id="{93778687-C4C8-E1BB-DB9B-7FA8CCC09A23}"/>
              </a:ext>
            </a:extLst>
          </p:cNvPr>
          <p:cNvPicPr>
            <a:picLocks noChangeAspect="1"/>
          </p:cNvPicPr>
          <p:nvPr/>
        </p:nvPicPr>
        <p:blipFill>
          <a:blip r:embed="rId4"/>
          <a:srcRect l="35402" t="10964" r="35691" b="24167"/>
          <a:stretch/>
        </p:blipFill>
        <p:spPr>
          <a:xfrm>
            <a:off x="1411050" y="4182898"/>
            <a:ext cx="985170" cy="757555"/>
          </a:xfrm>
          <a:prstGeom prst="rect">
            <a:avLst/>
          </a:prstGeom>
        </p:spPr>
      </p:pic>
      <p:pic>
        <p:nvPicPr>
          <p:cNvPr id="8" name="Image 7" descr="Une image contenant roue, Roue de vélo, vélo, conception&#10;&#10;Le contenu généré par l’IA peut être incorrect.">
            <a:extLst>
              <a:ext uri="{FF2B5EF4-FFF2-40B4-BE49-F238E27FC236}">
                <a16:creationId xmlns:a16="http://schemas.microsoft.com/office/drawing/2014/main" id="{6778B972-12CA-7113-E187-3DA049F456A7}"/>
              </a:ext>
            </a:extLst>
          </p:cNvPr>
          <p:cNvPicPr>
            <a:picLocks noChangeAspect="1"/>
          </p:cNvPicPr>
          <p:nvPr/>
        </p:nvPicPr>
        <p:blipFill>
          <a:blip r:embed="rId4"/>
          <a:srcRect l="72111" t="2927" r="2785" b="25568"/>
          <a:stretch/>
        </p:blipFill>
        <p:spPr>
          <a:xfrm>
            <a:off x="1411050" y="5010275"/>
            <a:ext cx="985170" cy="961571"/>
          </a:xfrm>
          <a:prstGeom prst="rect">
            <a:avLst/>
          </a:prstGeom>
        </p:spPr>
      </p:pic>
      <mc:AlternateContent xmlns:mc="http://schemas.openxmlformats.org/markup-compatibility/2006" xmlns:a14="http://schemas.microsoft.com/office/drawing/2010/main">
        <mc:Choice Requires="a14">
          <p:sp>
            <p:nvSpPr>
              <p:cNvPr id="9" name="Espace réservé du contenu 22">
                <a:extLst>
                  <a:ext uri="{FF2B5EF4-FFF2-40B4-BE49-F238E27FC236}">
                    <a16:creationId xmlns:a16="http://schemas.microsoft.com/office/drawing/2014/main" id="{3E637701-BDD7-17AD-580C-33E81591AAB6}"/>
                  </a:ext>
                </a:extLst>
              </p:cNvPr>
              <p:cNvSpPr txBox="1">
                <a:spLocks/>
              </p:cNvSpPr>
              <p:nvPr/>
            </p:nvSpPr>
            <p:spPr>
              <a:xfrm>
                <a:off x="4982671" y="4013035"/>
                <a:ext cx="7301404" cy="5486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333333"/>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CH" b="1" dirty="0"/>
                  <a:t>Nowadays </a:t>
                </a:r>
                <a:r>
                  <a:rPr lang="fr-CH" b="1" dirty="0" err="1"/>
                  <a:t>Search</a:t>
                </a:r>
                <a:r>
                  <a:rPr lang="fr-CH" b="1" dirty="0"/>
                  <a:t> </a:t>
                </a:r>
                <a:r>
                  <a:rPr lang="fr-CH" b="1" dirty="0" err="1"/>
                  <a:t>Space</a:t>
                </a:r>
                <a:r>
                  <a:rPr lang="fr-CH" b="1" dirty="0"/>
                  <a:t> ~</a:t>
                </a:r>
                <a14:m>
                  <m:oMath xmlns:m="http://schemas.openxmlformats.org/officeDocument/2006/math">
                    <m:r>
                      <a:rPr lang="fr-CH" b="1" i="0" smtClean="0">
                        <a:latin typeface="Cambria Math" panose="02040503050406030204" pitchFamily="18" charset="0"/>
                      </a:rPr>
                      <m:t> </m:t>
                    </m:r>
                    <m:r>
                      <a:rPr lang="fr-CH" b="1" i="1" smtClean="0">
                        <a:latin typeface="Cambria Math" panose="02040503050406030204" pitchFamily="18" charset="0"/>
                      </a:rPr>
                      <m:t>𝟏</m:t>
                    </m:r>
                    <m:sSup>
                      <m:sSupPr>
                        <m:ctrlPr>
                          <a:rPr lang="fr-CH" b="1" i="1" smtClean="0">
                            <a:latin typeface="Cambria Math" panose="02040503050406030204" pitchFamily="18" charset="0"/>
                          </a:rPr>
                        </m:ctrlPr>
                      </m:sSupPr>
                      <m:e>
                        <m:r>
                          <a:rPr lang="fr-CH" b="1" i="1" smtClean="0">
                            <a:latin typeface="Cambria Math" panose="02040503050406030204" pitchFamily="18" charset="0"/>
                          </a:rPr>
                          <m:t>𝟎</m:t>
                        </m:r>
                      </m:e>
                      <m:sup>
                        <m:r>
                          <a:rPr lang="fr-CH" b="1" i="1" smtClean="0">
                            <a:latin typeface="Cambria Math" panose="02040503050406030204" pitchFamily="18" charset="0"/>
                          </a:rPr>
                          <m:t>𝟑𝟔</m:t>
                        </m:r>
                      </m:sup>
                    </m:sSup>
                  </m:oMath>
                </a14:m>
                <a:endParaRPr lang="fr-FR" dirty="0"/>
              </a:p>
            </p:txBody>
          </p:sp>
        </mc:Choice>
        <mc:Fallback xmlns="">
          <p:sp>
            <p:nvSpPr>
              <p:cNvPr id="9" name="Espace réservé du contenu 22">
                <a:extLst>
                  <a:ext uri="{FF2B5EF4-FFF2-40B4-BE49-F238E27FC236}">
                    <a16:creationId xmlns:a16="http://schemas.microsoft.com/office/drawing/2014/main" id="{3E637701-BDD7-17AD-580C-33E81591AAB6}"/>
                  </a:ext>
                </a:extLst>
              </p:cNvPr>
              <p:cNvSpPr txBox="1">
                <a:spLocks noRot="1" noChangeAspect="1" noMove="1" noResize="1" noEditPoints="1" noAdjustHandles="1" noChangeArrowheads="1" noChangeShapeType="1" noTextEdit="1"/>
              </p:cNvSpPr>
              <p:nvPr/>
            </p:nvSpPr>
            <p:spPr>
              <a:xfrm>
                <a:off x="4982671" y="4013035"/>
                <a:ext cx="7301404" cy="548640"/>
              </a:xfrm>
              <a:prstGeom prst="rect">
                <a:avLst/>
              </a:prstGeom>
              <a:blipFill>
                <a:blip r:embed="rId5"/>
                <a:stretch>
                  <a:fillRect l="-1252" t="-13333" b="-4444"/>
                </a:stretch>
              </a:blipFill>
            </p:spPr>
            <p:txBody>
              <a:bodyPr/>
              <a:lstStyle/>
              <a:p>
                <a:r>
                  <a:rPr lang="fr-FR">
                    <a:noFill/>
                  </a:rPr>
                  <a:t> </a:t>
                </a:r>
              </a:p>
            </p:txBody>
          </p:sp>
        </mc:Fallback>
      </mc:AlternateContent>
    </p:spTree>
    <p:extLst>
      <p:ext uri="{BB962C8B-B14F-4D97-AF65-F5344CB8AC3E}">
        <p14:creationId xmlns:p14="http://schemas.microsoft.com/office/powerpoint/2010/main" val="2172198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0B4F4-0213-7BDF-5236-0EB9AE875E6E}"/>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2AB2907-E74D-CB05-27F0-D96799535D4D}"/>
              </a:ext>
            </a:extLst>
          </p:cNvPr>
          <p:cNvSpPr>
            <a:spLocks noGrp="1"/>
          </p:cNvSpPr>
          <p:nvPr>
            <p:ph type="sldNum" sz="quarter" idx="16"/>
          </p:nvPr>
        </p:nvSpPr>
        <p:spPr/>
        <p:txBody>
          <a:bodyPr/>
          <a:lstStyle/>
          <a:p>
            <a:fld id="{167A0328-A2CC-4110-85D0-A410FFB4F3E3}" type="slidenum">
              <a:rPr lang="fr-FR" smtClean="0"/>
              <a:pPr/>
              <a:t>10</a:t>
            </a:fld>
            <a:endParaRPr lang="fr-FR" dirty="0"/>
          </a:p>
        </p:txBody>
      </p:sp>
      <p:sp>
        <p:nvSpPr>
          <p:cNvPr id="4" name="Titre 3">
            <a:extLst>
              <a:ext uri="{FF2B5EF4-FFF2-40B4-BE49-F238E27FC236}">
                <a16:creationId xmlns:a16="http://schemas.microsoft.com/office/drawing/2014/main" id="{546967BD-E963-3DBA-6A3B-D0B35DCCD17A}"/>
              </a:ext>
            </a:extLst>
          </p:cNvPr>
          <p:cNvSpPr>
            <a:spLocks noGrp="1"/>
          </p:cNvSpPr>
          <p:nvPr>
            <p:ph type="title"/>
          </p:nvPr>
        </p:nvSpPr>
        <p:spPr/>
        <p:txBody>
          <a:bodyPr/>
          <a:lstStyle/>
          <a:p>
            <a:r>
              <a:rPr lang="fr-CH" dirty="0"/>
              <a:t>Solution</a:t>
            </a:r>
          </a:p>
        </p:txBody>
      </p:sp>
      <p:pic>
        <p:nvPicPr>
          <p:cNvPr id="12" name="Image 11">
            <a:extLst>
              <a:ext uri="{FF2B5EF4-FFF2-40B4-BE49-F238E27FC236}">
                <a16:creationId xmlns:a16="http://schemas.microsoft.com/office/drawing/2014/main" id="{6ED2B002-207C-1E6C-A318-4BE5432DEE62}"/>
              </a:ext>
            </a:extLst>
          </p:cNvPr>
          <p:cNvPicPr>
            <a:picLocks noChangeAspect="1"/>
          </p:cNvPicPr>
          <p:nvPr/>
        </p:nvPicPr>
        <p:blipFill rotWithShape="1">
          <a:blip r:embed="rId3"/>
          <a:srcRect l="58866" t="33010" r="27276" b="50124"/>
          <a:stretch/>
        </p:blipFill>
        <p:spPr>
          <a:xfrm>
            <a:off x="6995869" y="3667352"/>
            <a:ext cx="1219200" cy="463935"/>
          </a:xfrm>
          <a:prstGeom prst="rect">
            <a:avLst/>
          </a:prstGeom>
        </p:spPr>
      </p:pic>
      <mc:AlternateContent xmlns:mc="http://schemas.openxmlformats.org/markup-compatibility/2006" xmlns:a14="http://schemas.microsoft.com/office/drawing/2010/main">
        <mc:Choice Requires="a14">
          <p:sp>
            <p:nvSpPr>
              <p:cNvPr id="13" name="Rectangle : coins arrondis 12">
                <a:extLst>
                  <a:ext uri="{FF2B5EF4-FFF2-40B4-BE49-F238E27FC236}">
                    <a16:creationId xmlns:a16="http://schemas.microsoft.com/office/drawing/2014/main" id="{93D1343F-BA5E-F280-4E41-18F685833155}"/>
                  </a:ext>
                </a:extLst>
              </p:cNvPr>
              <p:cNvSpPr/>
              <p:nvPr/>
            </p:nvSpPr>
            <p:spPr>
              <a:xfrm>
                <a:off x="1214040" y="4345910"/>
                <a:ext cx="2142565" cy="1100083"/>
              </a:xfrm>
              <a:prstGeom prst="round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a:r>
                  <a:rPr lang="fr-CH" dirty="0" err="1"/>
                  <a:t>Search</a:t>
                </a:r>
                <a:r>
                  <a:rPr lang="fr-CH" dirty="0"/>
                  <a:t> </a:t>
                </a:r>
                <a:r>
                  <a:rPr lang="fr-CH" dirty="0" err="1"/>
                  <a:t>Space</a:t>
                </a:r>
                <a:r>
                  <a:rPr lang="fr-CH" dirty="0"/>
                  <a:t> </a:t>
                </a:r>
                <a14:m>
                  <m:oMath xmlns:m="http://schemas.openxmlformats.org/officeDocument/2006/math">
                    <m:r>
                      <a:rPr lang="fr-CH">
                        <a:latin typeface="Cambria Math" panose="02040503050406030204" pitchFamily="18" charset="0"/>
                      </a:rPr>
                      <m:t>𝐴</m:t>
                    </m:r>
                  </m:oMath>
                </a14:m>
                <a:endParaRPr lang="fr-CH" dirty="0"/>
              </a:p>
            </p:txBody>
          </p:sp>
        </mc:Choice>
        <mc:Fallback xmlns="">
          <p:sp>
            <p:nvSpPr>
              <p:cNvPr id="13" name="Rectangle : coins arrondis 12">
                <a:extLst>
                  <a:ext uri="{FF2B5EF4-FFF2-40B4-BE49-F238E27FC236}">
                    <a16:creationId xmlns:a16="http://schemas.microsoft.com/office/drawing/2014/main" id="{93D1343F-BA5E-F280-4E41-18F685833155}"/>
                  </a:ext>
                </a:extLst>
              </p:cNvPr>
              <p:cNvSpPr>
                <a:spLocks noRot="1" noChangeAspect="1" noMove="1" noResize="1" noEditPoints="1" noAdjustHandles="1" noChangeArrowheads="1" noChangeShapeType="1" noTextEdit="1"/>
              </p:cNvSpPr>
              <p:nvPr/>
            </p:nvSpPr>
            <p:spPr>
              <a:xfrm>
                <a:off x="1214040" y="4345910"/>
                <a:ext cx="2142565" cy="1100083"/>
              </a:xfrm>
              <a:prstGeom prst="roundRect">
                <a:avLst/>
              </a:prstGeom>
              <a:blipFill>
                <a:blip r:embed="rId4"/>
                <a:stretch>
                  <a:fillRect/>
                </a:stretch>
              </a:blipFill>
              <a:ln w="38100"/>
            </p:spPr>
            <p:txBody>
              <a:bodyPr/>
              <a:lstStyle/>
              <a:p>
                <a:r>
                  <a:rPr lang="fr-FR">
                    <a:noFill/>
                  </a:rPr>
                  <a:t> </a:t>
                </a:r>
              </a:p>
            </p:txBody>
          </p:sp>
        </mc:Fallback>
      </mc:AlternateContent>
      <p:sp>
        <p:nvSpPr>
          <p:cNvPr id="14" name="Rectangle : coins arrondis 13">
            <a:extLst>
              <a:ext uri="{FF2B5EF4-FFF2-40B4-BE49-F238E27FC236}">
                <a16:creationId xmlns:a16="http://schemas.microsoft.com/office/drawing/2014/main" id="{3FAF777B-DDF8-1875-5900-02223BA88B28}"/>
              </a:ext>
            </a:extLst>
          </p:cNvPr>
          <p:cNvSpPr/>
          <p:nvPr/>
        </p:nvSpPr>
        <p:spPr>
          <a:xfrm>
            <a:off x="4741651" y="4345908"/>
            <a:ext cx="2142565" cy="1100083"/>
          </a:xfrm>
          <a:prstGeom prst="roundRect">
            <a:avLst/>
          </a:prstGeom>
          <a:solidFill>
            <a:schemeClr val="accent1">
              <a:lumMod val="40000"/>
              <a:lumOff val="60000"/>
            </a:schemeClr>
          </a:solidFill>
          <a:ln w="38100"/>
        </p:spPr>
        <p:style>
          <a:lnRef idx="2">
            <a:schemeClr val="accent4"/>
          </a:lnRef>
          <a:fillRef idx="1">
            <a:schemeClr val="lt1"/>
          </a:fillRef>
          <a:effectRef idx="0">
            <a:schemeClr val="accent4"/>
          </a:effectRef>
          <a:fontRef idx="minor">
            <a:schemeClr val="dk1"/>
          </a:fontRef>
        </p:style>
        <p:txBody>
          <a:bodyPr rtlCol="0" anchor="ctr"/>
          <a:lstStyle/>
          <a:p>
            <a:pPr algn="ctr"/>
            <a:r>
              <a:rPr lang="fr-CH" dirty="0" err="1"/>
              <a:t>Search</a:t>
            </a:r>
            <a:r>
              <a:rPr lang="fr-CH" dirty="0"/>
              <a:t> </a:t>
            </a:r>
            <a:r>
              <a:rPr lang="fr-CH" dirty="0" err="1"/>
              <a:t>Strategy</a:t>
            </a:r>
            <a:endParaRPr lang="fr-CH" dirty="0"/>
          </a:p>
        </p:txBody>
      </p:sp>
      <p:sp>
        <p:nvSpPr>
          <p:cNvPr id="15" name="Rectangle : coins arrondis 14">
            <a:extLst>
              <a:ext uri="{FF2B5EF4-FFF2-40B4-BE49-F238E27FC236}">
                <a16:creationId xmlns:a16="http://schemas.microsoft.com/office/drawing/2014/main" id="{C9C3F636-0CC3-62BA-759A-1127C4F5BA3F}"/>
              </a:ext>
            </a:extLst>
          </p:cNvPr>
          <p:cNvSpPr/>
          <p:nvPr/>
        </p:nvSpPr>
        <p:spPr>
          <a:xfrm>
            <a:off x="8511311" y="4345908"/>
            <a:ext cx="2142565" cy="1100083"/>
          </a:xfrm>
          <a:prstGeom prst="roundRect">
            <a:avLst/>
          </a:prstGeom>
          <a:solidFill>
            <a:schemeClr val="accent1">
              <a:lumMod val="40000"/>
              <a:lumOff val="60000"/>
            </a:schemeClr>
          </a:solidFill>
          <a:ln w="38100"/>
        </p:spPr>
        <p:style>
          <a:lnRef idx="2">
            <a:schemeClr val="accent4"/>
          </a:lnRef>
          <a:fillRef idx="1">
            <a:schemeClr val="lt1"/>
          </a:fillRef>
          <a:effectRef idx="0">
            <a:schemeClr val="accent4"/>
          </a:effectRef>
          <a:fontRef idx="minor">
            <a:schemeClr val="dk1"/>
          </a:fontRef>
        </p:style>
        <p:txBody>
          <a:bodyPr rtlCol="0" anchor="ctr"/>
          <a:lstStyle/>
          <a:p>
            <a:pPr algn="ctr"/>
            <a:r>
              <a:rPr lang="fr-CH" dirty="0"/>
              <a:t>Performance Evaluation </a:t>
            </a:r>
            <a:r>
              <a:rPr lang="fr-CH" dirty="0" err="1"/>
              <a:t>Strategy</a:t>
            </a:r>
            <a:endParaRPr lang="fr-CH" dirty="0"/>
          </a:p>
        </p:txBody>
      </p:sp>
      <p:cxnSp>
        <p:nvCxnSpPr>
          <p:cNvPr id="17" name="Connecteur droit avec flèche 16">
            <a:extLst>
              <a:ext uri="{FF2B5EF4-FFF2-40B4-BE49-F238E27FC236}">
                <a16:creationId xmlns:a16="http://schemas.microsoft.com/office/drawing/2014/main" id="{09C28114-838F-72F7-62E8-387750D1DF98}"/>
              </a:ext>
            </a:extLst>
          </p:cNvPr>
          <p:cNvCxnSpPr>
            <a:endCxn id="14" idx="1"/>
          </p:cNvCxnSpPr>
          <p:nvPr/>
        </p:nvCxnSpPr>
        <p:spPr>
          <a:xfrm>
            <a:off x="3410393" y="4895949"/>
            <a:ext cx="1331258" cy="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8" name="Arc 17">
            <a:extLst>
              <a:ext uri="{FF2B5EF4-FFF2-40B4-BE49-F238E27FC236}">
                <a16:creationId xmlns:a16="http://schemas.microsoft.com/office/drawing/2014/main" id="{BD99E4A6-1764-9163-41E6-7D7C6044290A}"/>
              </a:ext>
            </a:extLst>
          </p:cNvPr>
          <p:cNvSpPr/>
          <p:nvPr/>
        </p:nvSpPr>
        <p:spPr>
          <a:xfrm flipH="1">
            <a:off x="6884216" y="4339175"/>
            <a:ext cx="1627095" cy="973282"/>
          </a:xfrm>
          <a:prstGeom prst="arc">
            <a:avLst>
              <a:gd name="adj1" fmla="val 11304494"/>
              <a:gd name="adj2" fmla="val 20978123"/>
            </a:avLst>
          </a:prstGeom>
          <a:ln w="38100">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H"/>
          </a:p>
        </p:txBody>
      </p:sp>
      <p:sp>
        <p:nvSpPr>
          <p:cNvPr id="19" name="Arc 18">
            <a:extLst>
              <a:ext uri="{FF2B5EF4-FFF2-40B4-BE49-F238E27FC236}">
                <a16:creationId xmlns:a16="http://schemas.microsoft.com/office/drawing/2014/main" id="{9E231A20-A4DB-FADC-2AC1-AFD41A5C97A0}"/>
              </a:ext>
            </a:extLst>
          </p:cNvPr>
          <p:cNvSpPr/>
          <p:nvPr/>
        </p:nvSpPr>
        <p:spPr>
          <a:xfrm flipV="1">
            <a:off x="6884216" y="4479442"/>
            <a:ext cx="1627095" cy="973282"/>
          </a:xfrm>
          <a:prstGeom prst="arc">
            <a:avLst>
              <a:gd name="adj1" fmla="val 11304494"/>
              <a:gd name="adj2" fmla="val 20978123"/>
            </a:avLst>
          </a:prstGeom>
          <a:ln w="38100">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H"/>
          </a:p>
        </p:txBody>
      </p:sp>
      <p:pic>
        <p:nvPicPr>
          <p:cNvPr id="20" name="Image 19">
            <a:extLst>
              <a:ext uri="{FF2B5EF4-FFF2-40B4-BE49-F238E27FC236}">
                <a16:creationId xmlns:a16="http://schemas.microsoft.com/office/drawing/2014/main" id="{E23F57EF-5300-419D-9A68-0FF12F2021FD}"/>
              </a:ext>
            </a:extLst>
          </p:cNvPr>
          <p:cNvPicPr>
            <a:picLocks noChangeAspect="1"/>
          </p:cNvPicPr>
          <p:nvPr/>
        </p:nvPicPr>
        <p:blipFill rotWithShape="1">
          <a:blip r:embed="rId3"/>
          <a:srcRect l="58662" t="74306" r="27480" b="8828"/>
          <a:stretch/>
        </p:blipFill>
        <p:spPr>
          <a:xfrm>
            <a:off x="7088163" y="5685099"/>
            <a:ext cx="1219200" cy="463935"/>
          </a:xfrm>
          <a:prstGeom prst="rect">
            <a:avLst/>
          </a:prstGeom>
        </p:spPr>
      </p:pic>
      <p:sp>
        <p:nvSpPr>
          <p:cNvPr id="27" name="Espace réservé du contenu 22">
            <a:extLst>
              <a:ext uri="{FF2B5EF4-FFF2-40B4-BE49-F238E27FC236}">
                <a16:creationId xmlns:a16="http://schemas.microsoft.com/office/drawing/2014/main" id="{E036A061-6D79-7C4F-4549-72BC3C649762}"/>
              </a:ext>
            </a:extLst>
          </p:cNvPr>
          <p:cNvSpPr>
            <a:spLocks noGrp="1"/>
          </p:cNvSpPr>
          <p:nvPr>
            <p:ph sz="quarter" idx="13"/>
          </p:nvPr>
        </p:nvSpPr>
        <p:spPr>
          <a:xfrm>
            <a:off x="1291547" y="2343328"/>
            <a:ext cx="10515600" cy="942747"/>
          </a:xfrm>
        </p:spPr>
        <p:txBody>
          <a:bodyPr>
            <a:normAutofit/>
          </a:bodyPr>
          <a:lstStyle/>
          <a:p>
            <a:pPr marL="0" indent="0">
              <a:buNone/>
            </a:pPr>
            <a:r>
              <a:rPr lang="fr-CH" dirty="0">
                <a:solidFill>
                  <a:srgbClr val="FF0000"/>
                </a:solidFill>
                <a:sym typeface="Wingdings" panose="05000000000000000000" pitchFamily="2" charset="2"/>
              </a:rPr>
              <a:t>1. </a:t>
            </a:r>
            <a:r>
              <a:rPr lang="fr-CH" dirty="0" err="1">
                <a:solidFill>
                  <a:srgbClr val="FF0000"/>
                </a:solidFill>
                <a:sym typeface="Wingdings" panose="05000000000000000000" pitchFamily="2" charset="2"/>
              </a:rPr>
              <a:t>Reducing</a:t>
            </a:r>
            <a:r>
              <a:rPr lang="fr-CH" dirty="0">
                <a:solidFill>
                  <a:srgbClr val="FF0000"/>
                </a:solidFill>
                <a:sym typeface="Wingdings" panose="05000000000000000000" pitchFamily="2" charset="2"/>
              </a:rPr>
              <a:t> the Evaluation time </a:t>
            </a:r>
            <a:r>
              <a:rPr lang="fr-CH" dirty="0">
                <a:sym typeface="Wingdings" panose="05000000000000000000" pitchFamily="2" charset="2"/>
              </a:rPr>
              <a:t>– How to </a:t>
            </a:r>
            <a:r>
              <a:rPr lang="fr-CH" dirty="0" err="1">
                <a:sym typeface="Wingdings" panose="05000000000000000000" pitchFamily="2" charset="2"/>
              </a:rPr>
              <a:t>define</a:t>
            </a:r>
            <a:r>
              <a:rPr lang="fr-CH" dirty="0">
                <a:sym typeface="Wingdings" panose="05000000000000000000" pitchFamily="2" charset="2"/>
              </a:rPr>
              <a:t> </a:t>
            </a:r>
            <a:r>
              <a:rPr lang="fr-CH" dirty="0" err="1">
                <a:sym typeface="Wingdings" panose="05000000000000000000" pitchFamily="2" charset="2"/>
              </a:rPr>
              <a:t>our</a:t>
            </a:r>
            <a:r>
              <a:rPr lang="fr-CH" dirty="0">
                <a:sym typeface="Wingdings" panose="05000000000000000000" pitchFamily="2" charset="2"/>
              </a:rPr>
              <a:t> «fitness» value ?</a:t>
            </a:r>
          </a:p>
          <a:p>
            <a:pPr marL="0" indent="0">
              <a:buNone/>
            </a:pPr>
            <a:r>
              <a:rPr lang="fr-CH" dirty="0">
                <a:solidFill>
                  <a:srgbClr val="FF0000"/>
                </a:solidFill>
                <a:sym typeface="Wingdings" panose="05000000000000000000" pitchFamily="2" charset="2"/>
              </a:rPr>
              <a:t>2. </a:t>
            </a:r>
            <a:r>
              <a:rPr lang="fr-CH" dirty="0" err="1">
                <a:solidFill>
                  <a:srgbClr val="FF0000"/>
                </a:solidFill>
                <a:sym typeface="Wingdings" panose="05000000000000000000" pitchFamily="2" charset="2"/>
              </a:rPr>
              <a:t>Reducing</a:t>
            </a:r>
            <a:r>
              <a:rPr lang="fr-CH" dirty="0">
                <a:solidFill>
                  <a:srgbClr val="FF0000"/>
                </a:solidFill>
                <a:sym typeface="Wingdings" panose="05000000000000000000" pitchFamily="2" charset="2"/>
              </a:rPr>
              <a:t> the </a:t>
            </a:r>
            <a:r>
              <a:rPr lang="fr-CH" dirty="0" err="1">
                <a:solidFill>
                  <a:srgbClr val="FF0000"/>
                </a:solidFill>
                <a:sym typeface="Wingdings" panose="05000000000000000000" pitchFamily="2" charset="2"/>
              </a:rPr>
              <a:t>Search</a:t>
            </a:r>
            <a:r>
              <a:rPr lang="fr-CH" dirty="0">
                <a:solidFill>
                  <a:srgbClr val="FF0000"/>
                </a:solidFill>
                <a:sym typeface="Wingdings" panose="05000000000000000000" pitchFamily="2" charset="2"/>
              </a:rPr>
              <a:t> Time </a:t>
            </a:r>
            <a:r>
              <a:rPr lang="fr-CH" dirty="0">
                <a:sym typeface="Wingdings" panose="05000000000000000000" pitchFamily="2" charset="2"/>
              </a:rPr>
              <a:t>– Is </a:t>
            </a:r>
            <a:r>
              <a:rPr lang="fr-CH" dirty="0" err="1">
                <a:sym typeface="Wingdings" panose="05000000000000000000" pitchFamily="2" charset="2"/>
              </a:rPr>
              <a:t>there</a:t>
            </a:r>
            <a:r>
              <a:rPr lang="fr-CH" dirty="0">
                <a:sym typeface="Wingdings" panose="05000000000000000000" pitchFamily="2" charset="2"/>
              </a:rPr>
              <a:t> a </a:t>
            </a:r>
            <a:r>
              <a:rPr lang="fr-CH" dirty="0" err="1">
                <a:sym typeface="Wingdings" panose="05000000000000000000" pitchFamily="2" charset="2"/>
              </a:rPr>
              <a:t>better</a:t>
            </a:r>
            <a:r>
              <a:rPr lang="fr-CH" dirty="0">
                <a:sym typeface="Wingdings" panose="05000000000000000000" pitchFamily="2" charset="2"/>
              </a:rPr>
              <a:t> </a:t>
            </a:r>
            <a:r>
              <a:rPr lang="fr-CH" dirty="0" err="1">
                <a:sym typeface="Wingdings" panose="05000000000000000000" pitchFamily="2" charset="2"/>
              </a:rPr>
              <a:t>Search</a:t>
            </a:r>
            <a:r>
              <a:rPr lang="fr-CH" dirty="0">
                <a:sym typeface="Wingdings" panose="05000000000000000000" pitchFamily="2" charset="2"/>
              </a:rPr>
              <a:t> </a:t>
            </a:r>
            <a:r>
              <a:rPr lang="fr-CH" dirty="0" err="1">
                <a:sym typeface="Wingdings" panose="05000000000000000000" pitchFamily="2" charset="2"/>
              </a:rPr>
              <a:t>Strategy</a:t>
            </a:r>
            <a:r>
              <a:rPr lang="fr-CH" dirty="0">
                <a:sym typeface="Wingdings" panose="05000000000000000000" pitchFamily="2" charset="2"/>
              </a:rPr>
              <a:t> ?</a:t>
            </a:r>
            <a:endParaRPr lang="fr-FR" dirty="0">
              <a:sym typeface="Wingdings" panose="05000000000000000000" pitchFamily="2" charset="2"/>
            </a:endParaRPr>
          </a:p>
        </p:txBody>
      </p:sp>
    </p:spTree>
    <p:extLst>
      <p:ext uri="{BB962C8B-B14F-4D97-AF65-F5344CB8AC3E}">
        <p14:creationId xmlns:p14="http://schemas.microsoft.com/office/powerpoint/2010/main" val="17689999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4"/>
                                        </p:tgtEl>
                                      </p:cBhvr>
                                    </p:animEffect>
                                    <p:animScale>
                                      <p:cBhvr>
                                        <p:cTn id="7" dur="250" autoRev="1" fill="hold"/>
                                        <p:tgtEl>
                                          <p:spTgt spid="14"/>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15"/>
                                        </p:tgtEl>
                                      </p:cBhvr>
                                    </p:animEffect>
                                    <p:animScale>
                                      <p:cBhvr>
                                        <p:cTn id="10" dur="250" autoRev="1" fill="hold"/>
                                        <p:tgtEl>
                                          <p:spTgt spid="15"/>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27">
                                            <p:txEl>
                                              <p:pRg st="0" end="0"/>
                                            </p:txEl>
                                          </p:spTgt>
                                        </p:tgtEl>
                                        <p:attrNameLst>
                                          <p:attrName>style.visibility</p:attrName>
                                        </p:attrNameLst>
                                      </p:cBhvr>
                                      <p:to>
                                        <p:strVal val="visible"/>
                                      </p:to>
                                    </p:set>
                                    <p:animEffect transition="in" filter="fade">
                                      <p:cBhvr>
                                        <p:cTn id="15" dur="1000"/>
                                        <p:tgtEl>
                                          <p:spTgt spid="27">
                                            <p:txEl>
                                              <p:pRg st="0" end="0"/>
                                            </p:txEl>
                                          </p:spTgt>
                                        </p:tgtEl>
                                      </p:cBhvr>
                                    </p:animEffect>
                                    <p:anim calcmode="lin" valueType="num">
                                      <p:cBhvr>
                                        <p:cTn id="16" dur="1000" fill="hold"/>
                                        <p:tgtEl>
                                          <p:spTgt spid="27">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27">
                                            <p:txEl>
                                              <p:pRg st="1" end="1"/>
                                            </p:txEl>
                                          </p:spTgt>
                                        </p:tgtEl>
                                        <p:attrNameLst>
                                          <p:attrName>style.visibility</p:attrName>
                                        </p:attrNameLst>
                                      </p:cBhvr>
                                      <p:to>
                                        <p:strVal val="visible"/>
                                      </p:to>
                                    </p:set>
                                    <p:animEffect transition="in" filter="fade">
                                      <p:cBhvr>
                                        <p:cTn id="22" dur="1000"/>
                                        <p:tgtEl>
                                          <p:spTgt spid="27">
                                            <p:txEl>
                                              <p:pRg st="1" end="1"/>
                                            </p:txEl>
                                          </p:spTgt>
                                        </p:tgtEl>
                                      </p:cBhvr>
                                    </p:animEffect>
                                    <p:anim calcmode="lin" valueType="num">
                                      <p:cBhvr>
                                        <p:cTn id="23" dur="1000" fill="hold"/>
                                        <p:tgtEl>
                                          <p:spTgt spid="27">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2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2CD70-38A4-1D9A-28CA-32F72D5C41B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8BF3740-145C-25BA-4A77-98726993F0BD}"/>
              </a:ext>
            </a:extLst>
          </p:cNvPr>
          <p:cNvSpPr>
            <a:spLocks noGrp="1"/>
          </p:cNvSpPr>
          <p:nvPr>
            <p:ph type="sldNum" sz="quarter" idx="16"/>
          </p:nvPr>
        </p:nvSpPr>
        <p:spPr/>
        <p:txBody>
          <a:bodyPr/>
          <a:lstStyle/>
          <a:p>
            <a:fld id="{167A0328-A2CC-4110-85D0-A410FFB4F3E3}" type="slidenum">
              <a:rPr lang="fr-FR" smtClean="0"/>
              <a:pPr/>
              <a:t>11</a:t>
            </a:fld>
            <a:endParaRPr lang="fr-FR" dirty="0"/>
          </a:p>
        </p:txBody>
      </p:sp>
      <p:sp>
        <p:nvSpPr>
          <p:cNvPr id="4" name="Titre 3">
            <a:extLst>
              <a:ext uri="{FF2B5EF4-FFF2-40B4-BE49-F238E27FC236}">
                <a16:creationId xmlns:a16="http://schemas.microsoft.com/office/drawing/2014/main" id="{2422AF75-FAF9-7C07-A493-73F8C8ED8DBB}"/>
              </a:ext>
            </a:extLst>
          </p:cNvPr>
          <p:cNvSpPr>
            <a:spLocks noGrp="1"/>
          </p:cNvSpPr>
          <p:nvPr>
            <p:ph type="title"/>
          </p:nvPr>
        </p:nvSpPr>
        <p:spPr/>
        <p:txBody>
          <a:bodyPr/>
          <a:lstStyle/>
          <a:p>
            <a:r>
              <a:rPr lang="fr-CH" dirty="0"/>
              <a:t>Spoiler</a:t>
            </a:r>
          </a:p>
        </p:txBody>
      </p:sp>
      <p:sp>
        <p:nvSpPr>
          <p:cNvPr id="14" name="Espace réservé du contenu 5">
            <a:extLst>
              <a:ext uri="{FF2B5EF4-FFF2-40B4-BE49-F238E27FC236}">
                <a16:creationId xmlns:a16="http://schemas.microsoft.com/office/drawing/2014/main" id="{7E4D0026-764D-D21A-032D-8C575700BB4B}"/>
              </a:ext>
            </a:extLst>
          </p:cNvPr>
          <p:cNvSpPr>
            <a:spLocks noGrp="1"/>
          </p:cNvSpPr>
          <p:nvPr>
            <p:ph sz="quarter" idx="13"/>
          </p:nvPr>
        </p:nvSpPr>
        <p:spPr>
          <a:xfrm>
            <a:off x="901700" y="2406749"/>
            <a:ext cx="10956925" cy="2489201"/>
          </a:xfrm>
        </p:spPr>
        <p:txBody>
          <a:bodyPr>
            <a:normAutofit/>
          </a:bodyPr>
          <a:lstStyle/>
          <a:p>
            <a:pPr marL="457200" indent="-457200">
              <a:buAutoNum type="arabicPeriod"/>
            </a:pPr>
            <a:r>
              <a:rPr lang="fr-CH" dirty="0" err="1">
                <a:solidFill>
                  <a:srgbClr val="FF0000"/>
                </a:solidFill>
              </a:rPr>
              <a:t>Reducing</a:t>
            </a:r>
            <a:r>
              <a:rPr lang="fr-CH" dirty="0">
                <a:solidFill>
                  <a:srgbClr val="FF0000"/>
                </a:solidFill>
              </a:rPr>
              <a:t> Evaluation time</a:t>
            </a:r>
          </a:p>
          <a:p>
            <a:pPr lvl="1"/>
            <a:r>
              <a:rPr lang="fr-CH" dirty="0"/>
              <a:t>Use of </a:t>
            </a:r>
            <a:r>
              <a:rPr lang="fr-CH" b="1" dirty="0" err="1"/>
              <a:t>SuperNetwork</a:t>
            </a:r>
            <a:endParaRPr lang="fr-CH" b="1" dirty="0"/>
          </a:p>
          <a:p>
            <a:pPr marL="457200" lvl="1" indent="0">
              <a:buNone/>
            </a:pPr>
            <a:endParaRPr lang="fr-CH" dirty="0"/>
          </a:p>
          <a:p>
            <a:pPr marL="457200" indent="-457200">
              <a:buFont typeface="+mj-lt"/>
              <a:buAutoNum type="arabicPeriod"/>
            </a:pPr>
            <a:r>
              <a:rPr lang="fr-CH" dirty="0" err="1">
                <a:solidFill>
                  <a:srgbClr val="FF0000"/>
                </a:solidFill>
              </a:rPr>
              <a:t>Reducing</a:t>
            </a:r>
            <a:r>
              <a:rPr lang="fr-CH" dirty="0">
                <a:solidFill>
                  <a:srgbClr val="FF0000"/>
                </a:solidFill>
              </a:rPr>
              <a:t> </a:t>
            </a:r>
            <a:r>
              <a:rPr lang="fr-CH" dirty="0" err="1">
                <a:solidFill>
                  <a:srgbClr val="FF0000"/>
                </a:solidFill>
              </a:rPr>
              <a:t>Search</a:t>
            </a:r>
            <a:r>
              <a:rPr lang="fr-CH" dirty="0">
                <a:solidFill>
                  <a:srgbClr val="FF0000"/>
                </a:solidFill>
              </a:rPr>
              <a:t> Time</a:t>
            </a:r>
          </a:p>
          <a:p>
            <a:pPr lvl="1"/>
            <a:r>
              <a:rPr lang="fr-CH" dirty="0" err="1"/>
              <a:t>Using</a:t>
            </a:r>
            <a:r>
              <a:rPr lang="fr-CH" dirty="0"/>
              <a:t> </a:t>
            </a:r>
            <a:r>
              <a:rPr lang="fr-CH" b="1" dirty="0"/>
              <a:t>Gradient </a:t>
            </a:r>
            <a:r>
              <a:rPr lang="fr-CH" b="1" dirty="0" err="1"/>
              <a:t>Based</a:t>
            </a:r>
            <a:r>
              <a:rPr lang="fr-CH" b="1" dirty="0"/>
              <a:t> Method </a:t>
            </a:r>
            <a:r>
              <a:rPr lang="fr-CH" dirty="0"/>
              <a:t>– </a:t>
            </a:r>
            <a:r>
              <a:rPr lang="fr-CH" dirty="0" err="1"/>
              <a:t>Search</a:t>
            </a:r>
            <a:r>
              <a:rPr lang="fr-CH" dirty="0"/>
              <a:t> direction</a:t>
            </a:r>
          </a:p>
          <a:p>
            <a:pPr lvl="2"/>
            <a:r>
              <a:rPr lang="fr-CH" dirty="0" err="1"/>
              <a:t>Involves</a:t>
            </a:r>
            <a:r>
              <a:rPr lang="fr-CH" dirty="0"/>
              <a:t> a </a:t>
            </a:r>
            <a:r>
              <a:rPr lang="fr-CH" b="1" dirty="0" err="1"/>
              <a:t>HyperNetwork</a:t>
            </a:r>
            <a:r>
              <a:rPr lang="fr-CH" dirty="0"/>
              <a:t> and a </a:t>
            </a:r>
            <a:r>
              <a:rPr lang="fr-CH" dirty="0" err="1"/>
              <a:t>continuous</a:t>
            </a:r>
            <a:r>
              <a:rPr lang="fr-CH" dirty="0"/>
              <a:t> relaxation </a:t>
            </a:r>
            <a:r>
              <a:rPr lang="fr-CH" dirty="0" err="1"/>
              <a:t>scheme</a:t>
            </a:r>
            <a:endParaRPr lang="fr-CH" dirty="0"/>
          </a:p>
          <a:p>
            <a:pPr marL="0" indent="0">
              <a:buNone/>
            </a:pPr>
            <a:endParaRPr lang="fr-CH" dirty="0"/>
          </a:p>
          <a:p>
            <a:pPr marL="0" indent="0">
              <a:buNone/>
            </a:pPr>
            <a:endParaRPr lang="fr-FR" dirty="0"/>
          </a:p>
        </p:txBody>
      </p:sp>
    </p:spTree>
    <p:extLst>
      <p:ext uri="{BB962C8B-B14F-4D97-AF65-F5344CB8AC3E}">
        <p14:creationId xmlns:p14="http://schemas.microsoft.com/office/powerpoint/2010/main" val="1386067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D6558-CB80-9E71-27F3-896F4948649F}"/>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B63D314-E9D8-40C2-F67E-990065F86D05}"/>
              </a:ext>
            </a:extLst>
          </p:cNvPr>
          <p:cNvSpPr>
            <a:spLocks noGrp="1"/>
          </p:cNvSpPr>
          <p:nvPr>
            <p:ph type="sldNum" sz="quarter" idx="16"/>
          </p:nvPr>
        </p:nvSpPr>
        <p:spPr/>
        <p:txBody>
          <a:bodyPr/>
          <a:lstStyle/>
          <a:p>
            <a:fld id="{167A0328-A2CC-4110-85D0-A410FFB4F3E3}" type="slidenum">
              <a:rPr lang="fr-FR" smtClean="0"/>
              <a:pPr/>
              <a:t>12</a:t>
            </a:fld>
            <a:endParaRPr lang="fr-FR" dirty="0"/>
          </a:p>
        </p:txBody>
      </p:sp>
      <p:sp>
        <p:nvSpPr>
          <p:cNvPr id="4" name="Titre 3">
            <a:extLst>
              <a:ext uri="{FF2B5EF4-FFF2-40B4-BE49-F238E27FC236}">
                <a16:creationId xmlns:a16="http://schemas.microsoft.com/office/drawing/2014/main" id="{00F16268-C6B1-B3F6-B133-0955A12988F9}"/>
              </a:ext>
            </a:extLst>
          </p:cNvPr>
          <p:cNvSpPr>
            <a:spLocks noGrp="1"/>
          </p:cNvSpPr>
          <p:nvPr>
            <p:ph type="title"/>
          </p:nvPr>
        </p:nvSpPr>
        <p:spPr/>
        <p:txBody>
          <a:bodyPr/>
          <a:lstStyle/>
          <a:p>
            <a:r>
              <a:rPr lang="fr-CH" dirty="0"/>
              <a:t>1. </a:t>
            </a:r>
            <a:r>
              <a:rPr lang="fr-CH" dirty="0" err="1"/>
              <a:t>Reducing</a:t>
            </a:r>
            <a:r>
              <a:rPr lang="fr-CH" dirty="0"/>
              <a:t> </a:t>
            </a:r>
            <a:r>
              <a:rPr lang="fr-CH" dirty="0">
                <a:solidFill>
                  <a:srgbClr val="FF0000"/>
                </a:solidFill>
                <a:sym typeface="Wingdings" panose="05000000000000000000" pitchFamily="2" charset="2"/>
              </a:rPr>
              <a:t>Evaluation</a:t>
            </a:r>
            <a:r>
              <a:rPr lang="fr-CH" dirty="0"/>
              <a:t> Time</a:t>
            </a:r>
          </a:p>
        </p:txBody>
      </p:sp>
      <p:sp>
        <p:nvSpPr>
          <p:cNvPr id="23" name="Espace réservé du contenu 22">
            <a:extLst>
              <a:ext uri="{FF2B5EF4-FFF2-40B4-BE49-F238E27FC236}">
                <a16:creationId xmlns:a16="http://schemas.microsoft.com/office/drawing/2014/main" id="{203982CB-EA99-9134-CF4B-B61FD662734D}"/>
              </a:ext>
            </a:extLst>
          </p:cNvPr>
          <p:cNvSpPr>
            <a:spLocks noGrp="1"/>
          </p:cNvSpPr>
          <p:nvPr>
            <p:ph sz="quarter" idx="13"/>
          </p:nvPr>
        </p:nvSpPr>
        <p:spPr>
          <a:xfrm>
            <a:off x="901700" y="2305132"/>
            <a:ext cx="10936160" cy="2809793"/>
          </a:xfrm>
        </p:spPr>
        <p:txBody>
          <a:bodyPr>
            <a:normAutofit/>
          </a:bodyPr>
          <a:lstStyle/>
          <a:p>
            <a:pPr marL="0" indent="0">
              <a:buNone/>
            </a:pPr>
            <a:r>
              <a:rPr lang="fr-CH" dirty="0"/>
              <a:t>Training </a:t>
            </a:r>
            <a:r>
              <a:rPr lang="fr-CH" dirty="0" err="1"/>
              <a:t>each</a:t>
            </a:r>
            <a:r>
              <a:rPr lang="fr-CH" dirty="0"/>
              <a:t> </a:t>
            </a:r>
            <a:r>
              <a:rPr lang="fr-CH" dirty="0" err="1"/>
              <a:t>individual</a:t>
            </a:r>
            <a:r>
              <a:rPr lang="fr-CH" dirty="0"/>
              <a:t> architecture </a:t>
            </a:r>
            <a:r>
              <a:rPr lang="fr-CH" dirty="0" err="1"/>
              <a:t>from</a:t>
            </a:r>
            <a:r>
              <a:rPr lang="fr-CH" dirty="0"/>
              <a:t> scratch </a:t>
            </a:r>
            <a:r>
              <a:rPr lang="fr-CH" dirty="0" err="1"/>
              <a:t>is</a:t>
            </a:r>
            <a:r>
              <a:rPr lang="fr-CH" dirty="0"/>
              <a:t> </a:t>
            </a:r>
            <a:r>
              <a:rPr lang="fr-CH" dirty="0" err="1"/>
              <a:t>unfeasible</a:t>
            </a:r>
            <a:r>
              <a:rPr lang="fr-CH" dirty="0"/>
              <a:t> !</a:t>
            </a:r>
          </a:p>
          <a:p>
            <a:pPr marL="0" indent="0">
              <a:buNone/>
            </a:pPr>
            <a:endParaRPr lang="fr-CH" dirty="0"/>
          </a:p>
          <a:p>
            <a:pPr marL="0" indent="0">
              <a:buNone/>
            </a:pPr>
            <a:r>
              <a:rPr lang="fr-CH" b="1" dirty="0" err="1"/>
              <a:t>Idea</a:t>
            </a:r>
            <a:r>
              <a:rPr lang="fr-CH" dirty="0"/>
              <a:t> – Use one </a:t>
            </a:r>
            <a:r>
              <a:rPr lang="fr-CH" dirty="0" err="1"/>
              <a:t>overparameterized</a:t>
            </a:r>
            <a:r>
              <a:rPr lang="fr-CH" dirty="0"/>
              <a:t> </a:t>
            </a:r>
            <a:r>
              <a:rPr lang="fr-CH" dirty="0" err="1"/>
              <a:t>superNetwork</a:t>
            </a:r>
            <a:endParaRPr lang="fr-CH" dirty="0"/>
          </a:p>
        </p:txBody>
      </p:sp>
      <p:pic>
        <p:nvPicPr>
          <p:cNvPr id="5" name="Graphique 4" descr="Bonne idée avec un remplissage uni">
            <a:extLst>
              <a:ext uri="{FF2B5EF4-FFF2-40B4-BE49-F238E27FC236}">
                <a16:creationId xmlns:a16="http://schemas.microsoft.com/office/drawing/2014/main" id="{6D80C70F-FF1B-418E-35C7-0CA70B8950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29575" y="2965915"/>
            <a:ext cx="955675" cy="955675"/>
          </a:xfrm>
          <a:prstGeom prst="rect">
            <a:avLst/>
          </a:prstGeom>
        </p:spPr>
      </p:pic>
    </p:spTree>
    <p:extLst>
      <p:ext uri="{BB962C8B-B14F-4D97-AF65-F5344CB8AC3E}">
        <p14:creationId xmlns:p14="http://schemas.microsoft.com/office/powerpoint/2010/main" val="3157837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A4ED-5622-AA15-E770-C2F0B87BB345}"/>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BA1DC6F-924B-CD59-8C19-F78BEE7C48A2}"/>
              </a:ext>
            </a:extLst>
          </p:cNvPr>
          <p:cNvSpPr>
            <a:spLocks noGrp="1"/>
          </p:cNvSpPr>
          <p:nvPr>
            <p:ph type="sldNum" sz="quarter" idx="16"/>
          </p:nvPr>
        </p:nvSpPr>
        <p:spPr/>
        <p:txBody>
          <a:bodyPr/>
          <a:lstStyle/>
          <a:p>
            <a:fld id="{167A0328-A2CC-4110-85D0-A410FFB4F3E3}" type="slidenum">
              <a:rPr lang="fr-FR" smtClean="0"/>
              <a:pPr/>
              <a:t>13</a:t>
            </a:fld>
            <a:endParaRPr lang="fr-FR" dirty="0"/>
          </a:p>
        </p:txBody>
      </p:sp>
      <p:sp>
        <p:nvSpPr>
          <p:cNvPr id="4" name="Titre 3">
            <a:extLst>
              <a:ext uri="{FF2B5EF4-FFF2-40B4-BE49-F238E27FC236}">
                <a16:creationId xmlns:a16="http://schemas.microsoft.com/office/drawing/2014/main" id="{31E74F7B-2B1A-5449-B31C-DD475719DB8A}"/>
              </a:ext>
            </a:extLst>
          </p:cNvPr>
          <p:cNvSpPr>
            <a:spLocks noGrp="1"/>
          </p:cNvSpPr>
          <p:nvPr>
            <p:ph type="title"/>
          </p:nvPr>
        </p:nvSpPr>
        <p:spPr/>
        <p:txBody>
          <a:bodyPr/>
          <a:lstStyle/>
          <a:p>
            <a:r>
              <a:rPr lang="fr-CH" dirty="0"/>
              <a:t>1. </a:t>
            </a:r>
            <a:r>
              <a:rPr lang="fr-CH" dirty="0" err="1"/>
              <a:t>Reducing</a:t>
            </a:r>
            <a:r>
              <a:rPr lang="fr-CH" dirty="0"/>
              <a:t> </a:t>
            </a:r>
            <a:r>
              <a:rPr lang="fr-CH" dirty="0">
                <a:solidFill>
                  <a:srgbClr val="FF0000"/>
                </a:solidFill>
                <a:sym typeface="Wingdings" panose="05000000000000000000" pitchFamily="2" charset="2"/>
              </a:rPr>
              <a:t>Evaluation</a:t>
            </a:r>
            <a:r>
              <a:rPr lang="fr-CH" dirty="0"/>
              <a:t> Time</a:t>
            </a:r>
          </a:p>
        </p:txBody>
      </p:sp>
      <p:sp>
        <p:nvSpPr>
          <p:cNvPr id="23" name="Espace réservé du contenu 22">
            <a:extLst>
              <a:ext uri="{FF2B5EF4-FFF2-40B4-BE49-F238E27FC236}">
                <a16:creationId xmlns:a16="http://schemas.microsoft.com/office/drawing/2014/main" id="{A8A536AF-D1BD-41AC-8D67-11A21CD4DF25}"/>
              </a:ext>
            </a:extLst>
          </p:cNvPr>
          <p:cNvSpPr>
            <a:spLocks noGrp="1"/>
          </p:cNvSpPr>
          <p:nvPr>
            <p:ph sz="quarter" idx="13"/>
          </p:nvPr>
        </p:nvSpPr>
        <p:spPr>
          <a:xfrm>
            <a:off x="901700" y="2089292"/>
            <a:ext cx="10936160" cy="547796"/>
          </a:xfrm>
        </p:spPr>
        <p:txBody>
          <a:bodyPr>
            <a:normAutofit/>
          </a:bodyPr>
          <a:lstStyle/>
          <a:p>
            <a:pPr marL="0" indent="0">
              <a:buNone/>
            </a:pPr>
            <a:r>
              <a:rPr lang="fr-CH" dirty="0" err="1"/>
              <a:t>SuperNetwork</a:t>
            </a:r>
            <a:r>
              <a:rPr lang="fr-CH" dirty="0"/>
              <a:t> – </a:t>
            </a:r>
            <a:r>
              <a:rPr lang="fr-CH" dirty="0" err="1"/>
              <a:t>Weight</a:t>
            </a:r>
            <a:r>
              <a:rPr lang="fr-CH" dirty="0"/>
              <a:t>-Sharing </a:t>
            </a:r>
            <a:r>
              <a:rPr lang="fr-CH" dirty="0" err="1"/>
              <a:t>Paradigm</a:t>
            </a:r>
            <a:endParaRPr lang="fr-FR" dirty="0"/>
          </a:p>
        </p:txBody>
      </p:sp>
      <p:pic>
        <p:nvPicPr>
          <p:cNvPr id="8" name="Image 7" descr="Une image contenant roue, Roue de vélo, vélo, conception&#10;&#10;Le contenu généré par l’IA peut être incorrect.">
            <a:extLst>
              <a:ext uri="{FF2B5EF4-FFF2-40B4-BE49-F238E27FC236}">
                <a16:creationId xmlns:a16="http://schemas.microsoft.com/office/drawing/2014/main" id="{A18C7945-6430-3A4E-21BB-40874A362961}"/>
              </a:ext>
            </a:extLst>
          </p:cNvPr>
          <p:cNvPicPr>
            <a:picLocks noChangeAspect="1"/>
          </p:cNvPicPr>
          <p:nvPr/>
        </p:nvPicPr>
        <p:blipFill>
          <a:blip r:embed="rId3"/>
          <a:srcRect l="578" t="5719" r="70515" b="29412"/>
          <a:stretch/>
        </p:blipFill>
        <p:spPr>
          <a:xfrm>
            <a:off x="4290831" y="3033783"/>
            <a:ext cx="1084333" cy="833807"/>
          </a:xfrm>
          <a:prstGeom prst="rect">
            <a:avLst/>
          </a:prstGeom>
        </p:spPr>
      </p:pic>
      <p:pic>
        <p:nvPicPr>
          <p:cNvPr id="9" name="Image 8" descr="Une image contenant roue, Roue de vélo, vélo, conception&#10;&#10;Le contenu généré par l’IA peut être incorrect.">
            <a:extLst>
              <a:ext uri="{FF2B5EF4-FFF2-40B4-BE49-F238E27FC236}">
                <a16:creationId xmlns:a16="http://schemas.microsoft.com/office/drawing/2014/main" id="{02A46BC3-3B70-3838-CB19-47D6AE75E020}"/>
              </a:ext>
            </a:extLst>
          </p:cNvPr>
          <p:cNvPicPr>
            <a:picLocks noChangeAspect="1"/>
          </p:cNvPicPr>
          <p:nvPr/>
        </p:nvPicPr>
        <p:blipFill>
          <a:blip r:embed="rId3"/>
          <a:srcRect l="35402" t="10964" r="35691" b="24167"/>
          <a:stretch/>
        </p:blipFill>
        <p:spPr>
          <a:xfrm>
            <a:off x="2446949" y="3015179"/>
            <a:ext cx="1132724" cy="871018"/>
          </a:xfrm>
          <a:prstGeom prst="rect">
            <a:avLst/>
          </a:prstGeom>
        </p:spPr>
      </p:pic>
      <p:pic>
        <p:nvPicPr>
          <p:cNvPr id="10" name="Image 9" descr="Une image contenant roue, Roue de vélo, vélo, conception&#10;&#10;Le contenu généré par l’IA peut être incorrect.">
            <a:extLst>
              <a:ext uri="{FF2B5EF4-FFF2-40B4-BE49-F238E27FC236}">
                <a16:creationId xmlns:a16="http://schemas.microsoft.com/office/drawing/2014/main" id="{47609352-F88C-1B36-79AB-060F68BC9234}"/>
              </a:ext>
            </a:extLst>
          </p:cNvPr>
          <p:cNvPicPr>
            <a:picLocks noChangeAspect="1"/>
          </p:cNvPicPr>
          <p:nvPr/>
        </p:nvPicPr>
        <p:blipFill>
          <a:blip r:embed="rId3"/>
          <a:srcRect l="72111" t="2927" r="2785" b="25568"/>
          <a:stretch/>
        </p:blipFill>
        <p:spPr>
          <a:xfrm>
            <a:off x="841173" y="2969902"/>
            <a:ext cx="985170" cy="961571"/>
          </a:xfrm>
          <a:prstGeom prst="rect">
            <a:avLst/>
          </a:prstGeom>
        </p:spPr>
      </p:pic>
      <p:pic>
        <p:nvPicPr>
          <p:cNvPr id="11" name="Image 10" descr="Une image contenant roue, Roue de vélo, vélo, conception&#10;&#10;Le contenu généré par l’IA peut être incorrect.">
            <a:extLst>
              <a:ext uri="{FF2B5EF4-FFF2-40B4-BE49-F238E27FC236}">
                <a16:creationId xmlns:a16="http://schemas.microsoft.com/office/drawing/2014/main" id="{E7D41D8F-90F7-2AAF-ED2D-8CA943E5D64D}"/>
              </a:ext>
            </a:extLst>
          </p:cNvPr>
          <p:cNvPicPr>
            <a:picLocks noChangeAspect="1"/>
          </p:cNvPicPr>
          <p:nvPr/>
        </p:nvPicPr>
        <p:blipFill>
          <a:blip r:embed="rId3"/>
          <a:srcRect l="578" t="5719" r="70515" b="29412"/>
          <a:stretch/>
        </p:blipFill>
        <p:spPr>
          <a:xfrm>
            <a:off x="2438338" y="4015529"/>
            <a:ext cx="1084333" cy="833807"/>
          </a:xfrm>
          <a:prstGeom prst="rect">
            <a:avLst/>
          </a:prstGeom>
        </p:spPr>
      </p:pic>
      <p:pic>
        <p:nvPicPr>
          <p:cNvPr id="12" name="Image 11" descr="Une image contenant roue, Roue de vélo, vélo, conception&#10;&#10;Le contenu généré par l’IA peut être incorrect.">
            <a:extLst>
              <a:ext uri="{FF2B5EF4-FFF2-40B4-BE49-F238E27FC236}">
                <a16:creationId xmlns:a16="http://schemas.microsoft.com/office/drawing/2014/main" id="{3DF43875-F575-C72A-9BE6-8E0AEC51AD5B}"/>
              </a:ext>
            </a:extLst>
          </p:cNvPr>
          <p:cNvPicPr>
            <a:picLocks noChangeAspect="1"/>
          </p:cNvPicPr>
          <p:nvPr/>
        </p:nvPicPr>
        <p:blipFill>
          <a:blip r:embed="rId3"/>
          <a:srcRect l="35402" t="10964" r="35691" b="24167"/>
          <a:stretch/>
        </p:blipFill>
        <p:spPr>
          <a:xfrm>
            <a:off x="717814" y="3996924"/>
            <a:ext cx="1132724" cy="871018"/>
          </a:xfrm>
          <a:prstGeom prst="rect">
            <a:avLst/>
          </a:prstGeom>
        </p:spPr>
      </p:pic>
      <p:pic>
        <p:nvPicPr>
          <p:cNvPr id="13" name="Image 12" descr="Une image contenant roue, Roue de vélo, vélo, conception&#10;&#10;Le contenu généré par l’IA peut être incorrect.">
            <a:extLst>
              <a:ext uri="{FF2B5EF4-FFF2-40B4-BE49-F238E27FC236}">
                <a16:creationId xmlns:a16="http://schemas.microsoft.com/office/drawing/2014/main" id="{5370ABBA-4CF6-10E8-FD70-44F032DB5CC1}"/>
              </a:ext>
            </a:extLst>
          </p:cNvPr>
          <p:cNvPicPr>
            <a:picLocks noChangeAspect="1"/>
          </p:cNvPicPr>
          <p:nvPr/>
        </p:nvPicPr>
        <p:blipFill>
          <a:blip r:embed="rId3"/>
          <a:srcRect l="72111" t="2927" r="2785" b="25568"/>
          <a:stretch/>
        </p:blipFill>
        <p:spPr>
          <a:xfrm>
            <a:off x="4357188" y="3941735"/>
            <a:ext cx="985170" cy="961571"/>
          </a:xfrm>
          <a:prstGeom prst="rect">
            <a:avLst/>
          </a:prstGeom>
        </p:spPr>
      </p:pic>
      <p:pic>
        <p:nvPicPr>
          <p:cNvPr id="14" name="Image 13" descr="Une image contenant roue, Roue de vélo, vélo, conception&#10;&#10;Le contenu généré par l’IA peut être incorrect.">
            <a:extLst>
              <a:ext uri="{FF2B5EF4-FFF2-40B4-BE49-F238E27FC236}">
                <a16:creationId xmlns:a16="http://schemas.microsoft.com/office/drawing/2014/main" id="{2E221A8A-3C4C-135E-F941-5F078D52D77C}"/>
              </a:ext>
            </a:extLst>
          </p:cNvPr>
          <p:cNvPicPr>
            <a:picLocks noChangeAspect="1"/>
          </p:cNvPicPr>
          <p:nvPr/>
        </p:nvPicPr>
        <p:blipFill>
          <a:blip r:embed="rId3"/>
          <a:srcRect l="578" t="5719" r="70515" b="29412"/>
          <a:stretch/>
        </p:blipFill>
        <p:spPr>
          <a:xfrm>
            <a:off x="716346" y="5698937"/>
            <a:ext cx="1084333" cy="833807"/>
          </a:xfrm>
          <a:prstGeom prst="rect">
            <a:avLst/>
          </a:prstGeom>
        </p:spPr>
      </p:pic>
      <p:pic>
        <p:nvPicPr>
          <p:cNvPr id="15" name="Image 14" descr="Une image contenant roue, Roue de vélo, vélo, conception&#10;&#10;Le contenu généré par l’IA peut être incorrect.">
            <a:extLst>
              <a:ext uri="{FF2B5EF4-FFF2-40B4-BE49-F238E27FC236}">
                <a16:creationId xmlns:a16="http://schemas.microsoft.com/office/drawing/2014/main" id="{67BB2D3A-5713-350A-9944-848972168B25}"/>
              </a:ext>
            </a:extLst>
          </p:cNvPr>
          <p:cNvPicPr>
            <a:picLocks noChangeAspect="1"/>
          </p:cNvPicPr>
          <p:nvPr/>
        </p:nvPicPr>
        <p:blipFill>
          <a:blip r:embed="rId3"/>
          <a:srcRect l="35402" t="10964" r="35691" b="24167"/>
          <a:stretch/>
        </p:blipFill>
        <p:spPr>
          <a:xfrm>
            <a:off x="4302144" y="5694111"/>
            <a:ext cx="1132724" cy="871018"/>
          </a:xfrm>
          <a:prstGeom prst="rect">
            <a:avLst/>
          </a:prstGeom>
        </p:spPr>
      </p:pic>
      <p:pic>
        <p:nvPicPr>
          <p:cNvPr id="17" name="Image 16" descr="Une image contenant roue, Roue de vélo, vélo, conception&#10;&#10;Le contenu généré par l’IA peut être incorrect.">
            <a:extLst>
              <a:ext uri="{FF2B5EF4-FFF2-40B4-BE49-F238E27FC236}">
                <a16:creationId xmlns:a16="http://schemas.microsoft.com/office/drawing/2014/main" id="{9098B044-DE2A-7B05-8623-CF6746C7BF01}"/>
              </a:ext>
            </a:extLst>
          </p:cNvPr>
          <p:cNvPicPr>
            <a:picLocks noChangeAspect="1"/>
          </p:cNvPicPr>
          <p:nvPr/>
        </p:nvPicPr>
        <p:blipFill>
          <a:blip r:embed="rId3"/>
          <a:srcRect l="72111" t="2927" r="2785" b="25568"/>
          <a:stretch/>
        </p:blipFill>
        <p:spPr>
          <a:xfrm>
            <a:off x="2511837" y="5635056"/>
            <a:ext cx="985170" cy="961571"/>
          </a:xfrm>
          <a:prstGeom prst="rect">
            <a:avLst/>
          </a:prstGeom>
        </p:spPr>
      </p:pic>
      <p:cxnSp>
        <p:nvCxnSpPr>
          <p:cNvPr id="21" name="Connecteur droit 20">
            <a:extLst>
              <a:ext uri="{FF2B5EF4-FFF2-40B4-BE49-F238E27FC236}">
                <a16:creationId xmlns:a16="http://schemas.microsoft.com/office/drawing/2014/main" id="{5259855B-E5D1-A986-FDCA-1109EA354D22}"/>
              </a:ext>
            </a:extLst>
          </p:cNvPr>
          <p:cNvCxnSpPr>
            <a:cxnSpLocks/>
            <a:stCxn id="10" idx="3"/>
            <a:endCxn id="9" idx="1"/>
          </p:cNvCxnSpPr>
          <p:nvPr/>
        </p:nvCxnSpPr>
        <p:spPr>
          <a:xfrm>
            <a:off x="1826343" y="3450688"/>
            <a:ext cx="620606"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2" name="Connecteur droit 21">
            <a:extLst>
              <a:ext uri="{FF2B5EF4-FFF2-40B4-BE49-F238E27FC236}">
                <a16:creationId xmlns:a16="http://schemas.microsoft.com/office/drawing/2014/main" id="{B57C015A-C866-1A22-4FE4-50CD575F41C8}"/>
              </a:ext>
            </a:extLst>
          </p:cNvPr>
          <p:cNvCxnSpPr>
            <a:cxnSpLocks/>
            <a:stCxn id="12" idx="3"/>
            <a:endCxn id="11" idx="1"/>
          </p:cNvCxnSpPr>
          <p:nvPr/>
        </p:nvCxnSpPr>
        <p:spPr>
          <a:xfrm>
            <a:off x="1850538" y="4432433"/>
            <a:ext cx="587800"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D9C508E4-3326-5316-12DD-DEBE1ED215F2}"/>
              </a:ext>
            </a:extLst>
          </p:cNvPr>
          <p:cNvCxnSpPr>
            <a:cxnSpLocks/>
            <a:stCxn id="14" idx="3"/>
            <a:endCxn id="17" idx="1"/>
          </p:cNvCxnSpPr>
          <p:nvPr/>
        </p:nvCxnSpPr>
        <p:spPr>
          <a:xfrm>
            <a:off x="1800679" y="6115841"/>
            <a:ext cx="711158" cy="1"/>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48" name="Connecteur droit 47">
            <a:extLst>
              <a:ext uri="{FF2B5EF4-FFF2-40B4-BE49-F238E27FC236}">
                <a16:creationId xmlns:a16="http://schemas.microsoft.com/office/drawing/2014/main" id="{5964F858-9FF8-93FC-6C97-AB9F420802DA}"/>
              </a:ext>
            </a:extLst>
          </p:cNvPr>
          <p:cNvCxnSpPr>
            <a:cxnSpLocks/>
            <a:stCxn id="9" idx="3"/>
            <a:endCxn id="8" idx="1"/>
          </p:cNvCxnSpPr>
          <p:nvPr/>
        </p:nvCxnSpPr>
        <p:spPr>
          <a:xfrm flipV="1">
            <a:off x="3579673" y="3450687"/>
            <a:ext cx="711158" cy="1"/>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53" name="Connecteur droit 52">
            <a:extLst>
              <a:ext uri="{FF2B5EF4-FFF2-40B4-BE49-F238E27FC236}">
                <a16:creationId xmlns:a16="http://schemas.microsoft.com/office/drawing/2014/main" id="{09D24587-9156-FAF0-5EE3-2DBA688083DE}"/>
              </a:ext>
            </a:extLst>
          </p:cNvPr>
          <p:cNvCxnSpPr>
            <a:cxnSpLocks/>
          </p:cNvCxnSpPr>
          <p:nvPr/>
        </p:nvCxnSpPr>
        <p:spPr>
          <a:xfrm flipV="1">
            <a:off x="3493291" y="4416359"/>
            <a:ext cx="834517" cy="9912"/>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58" name="Connecteur droit 57">
            <a:extLst>
              <a:ext uri="{FF2B5EF4-FFF2-40B4-BE49-F238E27FC236}">
                <a16:creationId xmlns:a16="http://schemas.microsoft.com/office/drawing/2014/main" id="{E8CC8574-B18C-AFA1-581C-83730D327AA8}"/>
              </a:ext>
            </a:extLst>
          </p:cNvPr>
          <p:cNvCxnSpPr>
            <a:cxnSpLocks/>
            <a:stCxn id="17" idx="3"/>
            <a:endCxn id="15" idx="1"/>
          </p:cNvCxnSpPr>
          <p:nvPr/>
        </p:nvCxnSpPr>
        <p:spPr>
          <a:xfrm>
            <a:off x="3497007" y="6115842"/>
            <a:ext cx="805137" cy="13778"/>
          </a:xfrm>
          <a:prstGeom prst="line">
            <a:avLst/>
          </a:prstGeom>
          <a:ln w="76200"/>
        </p:spPr>
        <p:style>
          <a:lnRef idx="2">
            <a:schemeClr val="accent1"/>
          </a:lnRef>
          <a:fillRef idx="0">
            <a:schemeClr val="accent1"/>
          </a:fillRef>
          <a:effectRef idx="1">
            <a:schemeClr val="accent1"/>
          </a:effectRef>
          <a:fontRef idx="minor">
            <a:schemeClr val="tx1"/>
          </a:fontRef>
        </p:style>
      </p:cxnSp>
      <p:grpSp>
        <p:nvGrpSpPr>
          <p:cNvPr id="89" name="Groupe 88">
            <a:extLst>
              <a:ext uri="{FF2B5EF4-FFF2-40B4-BE49-F238E27FC236}">
                <a16:creationId xmlns:a16="http://schemas.microsoft.com/office/drawing/2014/main" id="{97E39672-B3C7-4B87-5E54-AE42C410D1E8}"/>
              </a:ext>
            </a:extLst>
          </p:cNvPr>
          <p:cNvGrpSpPr/>
          <p:nvPr/>
        </p:nvGrpSpPr>
        <p:grpSpPr>
          <a:xfrm>
            <a:off x="1264976" y="5055454"/>
            <a:ext cx="86235" cy="452255"/>
            <a:chOff x="7562850" y="4073594"/>
            <a:chExt cx="152400" cy="852413"/>
          </a:xfrm>
        </p:grpSpPr>
        <p:sp>
          <p:nvSpPr>
            <p:cNvPr id="86" name="Ellipse 85">
              <a:extLst>
                <a:ext uri="{FF2B5EF4-FFF2-40B4-BE49-F238E27FC236}">
                  <a16:creationId xmlns:a16="http://schemas.microsoft.com/office/drawing/2014/main" id="{C3C28EE0-5934-6D3D-04B7-A06C013ABC4E}"/>
                </a:ext>
              </a:extLst>
            </p:cNvPr>
            <p:cNvSpPr/>
            <p:nvPr/>
          </p:nvSpPr>
          <p:spPr>
            <a:xfrm>
              <a:off x="7562850" y="4073594"/>
              <a:ext cx="152400" cy="1473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87" name="Ellipse 86">
              <a:extLst>
                <a:ext uri="{FF2B5EF4-FFF2-40B4-BE49-F238E27FC236}">
                  <a16:creationId xmlns:a16="http://schemas.microsoft.com/office/drawing/2014/main" id="{6ADDD637-BD7F-6658-F906-430E9974E188}"/>
                </a:ext>
              </a:extLst>
            </p:cNvPr>
            <p:cNvSpPr/>
            <p:nvPr/>
          </p:nvSpPr>
          <p:spPr>
            <a:xfrm>
              <a:off x="7562850" y="4410676"/>
              <a:ext cx="152400" cy="1473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88" name="Ellipse 87">
              <a:extLst>
                <a:ext uri="{FF2B5EF4-FFF2-40B4-BE49-F238E27FC236}">
                  <a16:creationId xmlns:a16="http://schemas.microsoft.com/office/drawing/2014/main" id="{A3039479-F1D5-A329-616E-180B70ABDE86}"/>
                </a:ext>
              </a:extLst>
            </p:cNvPr>
            <p:cNvSpPr/>
            <p:nvPr/>
          </p:nvSpPr>
          <p:spPr>
            <a:xfrm>
              <a:off x="7562850" y="4778688"/>
              <a:ext cx="152400" cy="1473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90" name="Groupe 89">
            <a:extLst>
              <a:ext uri="{FF2B5EF4-FFF2-40B4-BE49-F238E27FC236}">
                <a16:creationId xmlns:a16="http://schemas.microsoft.com/office/drawing/2014/main" id="{6AF0E293-E17C-C2FC-1742-A0ACDB1A38D5}"/>
              </a:ext>
            </a:extLst>
          </p:cNvPr>
          <p:cNvGrpSpPr/>
          <p:nvPr/>
        </p:nvGrpSpPr>
        <p:grpSpPr>
          <a:xfrm>
            <a:off x="2980505" y="5055454"/>
            <a:ext cx="86235" cy="452255"/>
            <a:chOff x="7562850" y="4073594"/>
            <a:chExt cx="152400" cy="852413"/>
          </a:xfrm>
        </p:grpSpPr>
        <p:sp>
          <p:nvSpPr>
            <p:cNvPr id="91" name="Ellipse 90">
              <a:extLst>
                <a:ext uri="{FF2B5EF4-FFF2-40B4-BE49-F238E27FC236}">
                  <a16:creationId xmlns:a16="http://schemas.microsoft.com/office/drawing/2014/main" id="{BA5D94D2-A434-0A55-693A-772AFC2DCDD0}"/>
                </a:ext>
              </a:extLst>
            </p:cNvPr>
            <p:cNvSpPr/>
            <p:nvPr/>
          </p:nvSpPr>
          <p:spPr>
            <a:xfrm>
              <a:off x="7562850" y="4073594"/>
              <a:ext cx="152400" cy="1473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92" name="Ellipse 91">
              <a:extLst>
                <a:ext uri="{FF2B5EF4-FFF2-40B4-BE49-F238E27FC236}">
                  <a16:creationId xmlns:a16="http://schemas.microsoft.com/office/drawing/2014/main" id="{03B716C0-D4D8-902F-B8EC-0FF6A73D655F}"/>
                </a:ext>
              </a:extLst>
            </p:cNvPr>
            <p:cNvSpPr/>
            <p:nvPr/>
          </p:nvSpPr>
          <p:spPr>
            <a:xfrm>
              <a:off x="7562850" y="4410676"/>
              <a:ext cx="152400" cy="1473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93" name="Ellipse 92">
              <a:extLst>
                <a:ext uri="{FF2B5EF4-FFF2-40B4-BE49-F238E27FC236}">
                  <a16:creationId xmlns:a16="http://schemas.microsoft.com/office/drawing/2014/main" id="{FAAEE292-0A45-D390-4737-9BA262F52BA1}"/>
                </a:ext>
              </a:extLst>
            </p:cNvPr>
            <p:cNvSpPr/>
            <p:nvPr/>
          </p:nvSpPr>
          <p:spPr>
            <a:xfrm>
              <a:off x="7562850" y="4778688"/>
              <a:ext cx="152400" cy="1473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94" name="Groupe 93">
            <a:extLst>
              <a:ext uri="{FF2B5EF4-FFF2-40B4-BE49-F238E27FC236}">
                <a16:creationId xmlns:a16="http://schemas.microsoft.com/office/drawing/2014/main" id="{F1A31EBE-DCE6-AFE5-740D-1C70B865F900}"/>
              </a:ext>
            </a:extLst>
          </p:cNvPr>
          <p:cNvGrpSpPr/>
          <p:nvPr/>
        </p:nvGrpSpPr>
        <p:grpSpPr>
          <a:xfrm>
            <a:off x="4782271" y="5094534"/>
            <a:ext cx="86235" cy="452255"/>
            <a:chOff x="7562850" y="4073594"/>
            <a:chExt cx="152400" cy="852413"/>
          </a:xfrm>
        </p:grpSpPr>
        <p:sp>
          <p:nvSpPr>
            <p:cNvPr id="95" name="Ellipse 94">
              <a:extLst>
                <a:ext uri="{FF2B5EF4-FFF2-40B4-BE49-F238E27FC236}">
                  <a16:creationId xmlns:a16="http://schemas.microsoft.com/office/drawing/2014/main" id="{BDEFCF88-F00D-8C6F-8511-7A62F9630677}"/>
                </a:ext>
              </a:extLst>
            </p:cNvPr>
            <p:cNvSpPr/>
            <p:nvPr/>
          </p:nvSpPr>
          <p:spPr>
            <a:xfrm>
              <a:off x="7562850" y="4073594"/>
              <a:ext cx="152400" cy="1473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96" name="Ellipse 95">
              <a:extLst>
                <a:ext uri="{FF2B5EF4-FFF2-40B4-BE49-F238E27FC236}">
                  <a16:creationId xmlns:a16="http://schemas.microsoft.com/office/drawing/2014/main" id="{96D71B28-FE4F-AD93-B2A0-6A8677616D70}"/>
                </a:ext>
              </a:extLst>
            </p:cNvPr>
            <p:cNvSpPr/>
            <p:nvPr/>
          </p:nvSpPr>
          <p:spPr>
            <a:xfrm>
              <a:off x="7562850" y="4410676"/>
              <a:ext cx="152400" cy="1473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97" name="Ellipse 96">
              <a:extLst>
                <a:ext uri="{FF2B5EF4-FFF2-40B4-BE49-F238E27FC236}">
                  <a16:creationId xmlns:a16="http://schemas.microsoft.com/office/drawing/2014/main" id="{4947168E-9E14-3B29-4E5D-24216D441891}"/>
                </a:ext>
              </a:extLst>
            </p:cNvPr>
            <p:cNvSpPr/>
            <p:nvPr/>
          </p:nvSpPr>
          <p:spPr>
            <a:xfrm>
              <a:off x="7562850" y="4778688"/>
              <a:ext cx="152400" cy="1473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grpSp>
      <p:sp>
        <p:nvSpPr>
          <p:cNvPr id="98" name="Flèche : droite rayée 97">
            <a:extLst>
              <a:ext uri="{FF2B5EF4-FFF2-40B4-BE49-F238E27FC236}">
                <a16:creationId xmlns:a16="http://schemas.microsoft.com/office/drawing/2014/main" id="{D87D016F-7D84-3901-6F02-58979A7452F5}"/>
              </a:ext>
            </a:extLst>
          </p:cNvPr>
          <p:cNvSpPr/>
          <p:nvPr/>
        </p:nvSpPr>
        <p:spPr>
          <a:xfrm>
            <a:off x="5956001" y="3866249"/>
            <a:ext cx="1054399" cy="1550736"/>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9" name="Image 98" descr="Une image contenant roue, Roue de vélo, vélo, conception&#10;&#10;Le contenu généré par l’IA peut être incorrect.">
            <a:extLst>
              <a:ext uri="{FF2B5EF4-FFF2-40B4-BE49-F238E27FC236}">
                <a16:creationId xmlns:a16="http://schemas.microsoft.com/office/drawing/2014/main" id="{BDABEDC3-CBD2-1D53-9AE6-D43C00AF4503}"/>
              </a:ext>
            </a:extLst>
          </p:cNvPr>
          <p:cNvPicPr>
            <a:picLocks noChangeAspect="1"/>
          </p:cNvPicPr>
          <p:nvPr/>
        </p:nvPicPr>
        <p:blipFill>
          <a:blip r:embed="rId3"/>
          <a:srcRect l="578" t="5719" r="70515" b="29412"/>
          <a:stretch/>
        </p:blipFill>
        <p:spPr>
          <a:xfrm>
            <a:off x="10790086" y="3206148"/>
            <a:ext cx="1084333" cy="833807"/>
          </a:xfrm>
          <a:prstGeom prst="rect">
            <a:avLst/>
          </a:prstGeom>
        </p:spPr>
      </p:pic>
      <p:pic>
        <p:nvPicPr>
          <p:cNvPr id="100" name="Image 99" descr="Une image contenant roue, Roue de vélo, vélo, conception&#10;&#10;Le contenu généré par l’IA peut être incorrect.">
            <a:extLst>
              <a:ext uri="{FF2B5EF4-FFF2-40B4-BE49-F238E27FC236}">
                <a16:creationId xmlns:a16="http://schemas.microsoft.com/office/drawing/2014/main" id="{C9FDC92A-672C-DF77-204A-2773FF5EB410}"/>
              </a:ext>
            </a:extLst>
          </p:cNvPr>
          <p:cNvPicPr>
            <a:picLocks noChangeAspect="1"/>
          </p:cNvPicPr>
          <p:nvPr/>
        </p:nvPicPr>
        <p:blipFill>
          <a:blip r:embed="rId3"/>
          <a:srcRect l="35402" t="10964" r="35691" b="24167"/>
          <a:stretch/>
        </p:blipFill>
        <p:spPr>
          <a:xfrm>
            <a:off x="8946204" y="3187544"/>
            <a:ext cx="1132724" cy="871018"/>
          </a:xfrm>
          <a:prstGeom prst="rect">
            <a:avLst/>
          </a:prstGeom>
        </p:spPr>
      </p:pic>
      <p:pic>
        <p:nvPicPr>
          <p:cNvPr id="101" name="Image 100" descr="Une image contenant roue, Roue de vélo, vélo, conception&#10;&#10;Le contenu généré par l’IA peut être incorrect.">
            <a:extLst>
              <a:ext uri="{FF2B5EF4-FFF2-40B4-BE49-F238E27FC236}">
                <a16:creationId xmlns:a16="http://schemas.microsoft.com/office/drawing/2014/main" id="{0C90D2AB-C239-BE40-558B-531E26579F04}"/>
              </a:ext>
            </a:extLst>
          </p:cNvPr>
          <p:cNvPicPr>
            <a:picLocks noChangeAspect="1"/>
          </p:cNvPicPr>
          <p:nvPr/>
        </p:nvPicPr>
        <p:blipFill>
          <a:blip r:embed="rId3"/>
          <a:srcRect l="72111" t="2927" r="2785" b="25568"/>
          <a:stretch/>
        </p:blipFill>
        <p:spPr>
          <a:xfrm>
            <a:off x="7340428" y="3142267"/>
            <a:ext cx="985170" cy="961571"/>
          </a:xfrm>
          <a:prstGeom prst="rect">
            <a:avLst/>
          </a:prstGeom>
        </p:spPr>
      </p:pic>
      <p:pic>
        <p:nvPicPr>
          <p:cNvPr id="102" name="Image 101" descr="Une image contenant roue, Roue de vélo, vélo, conception&#10;&#10;Le contenu généré par l’IA peut être incorrect.">
            <a:extLst>
              <a:ext uri="{FF2B5EF4-FFF2-40B4-BE49-F238E27FC236}">
                <a16:creationId xmlns:a16="http://schemas.microsoft.com/office/drawing/2014/main" id="{59389EB0-0673-B5D3-1AC0-BB1B55AC324F}"/>
              </a:ext>
            </a:extLst>
          </p:cNvPr>
          <p:cNvPicPr>
            <a:picLocks noChangeAspect="1"/>
          </p:cNvPicPr>
          <p:nvPr/>
        </p:nvPicPr>
        <p:blipFill>
          <a:blip r:embed="rId3"/>
          <a:srcRect l="578" t="5719" r="70515" b="29412"/>
          <a:stretch/>
        </p:blipFill>
        <p:spPr>
          <a:xfrm>
            <a:off x="8937593" y="4187894"/>
            <a:ext cx="1084333" cy="833807"/>
          </a:xfrm>
          <a:prstGeom prst="rect">
            <a:avLst/>
          </a:prstGeom>
        </p:spPr>
      </p:pic>
      <p:pic>
        <p:nvPicPr>
          <p:cNvPr id="103" name="Image 102" descr="Une image contenant roue, Roue de vélo, vélo, conception&#10;&#10;Le contenu généré par l’IA peut être incorrect.">
            <a:extLst>
              <a:ext uri="{FF2B5EF4-FFF2-40B4-BE49-F238E27FC236}">
                <a16:creationId xmlns:a16="http://schemas.microsoft.com/office/drawing/2014/main" id="{FEAC70F2-CAB7-3CCA-F608-297AE39D4CD3}"/>
              </a:ext>
            </a:extLst>
          </p:cNvPr>
          <p:cNvPicPr>
            <a:picLocks noChangeAspect="1"/>
          </p:cNvPicPr>
          <p:nvPr/>
        </p:nvPicPr>
        <p:blipFill>
          <a:blip r:embed="rId3"/>
          <a:srcRect l="35402" t="10964" r="35691" b="24167"/>
          <a:stretch/>
        </p:blipFill>
        <p:spPr>
          <a:xfrm>
            <a:off x="7217069" y="4169289"/>
            <a:ext cx="1132724" cy="871018"/>
          </a:xfrm>
          <a:prstGeom prst="rect">
            <a:avLst/>
          </a:prstGeom>
        </p:spPr>
      </p:pic>
      <p:pic>
        <p:nvPicPr>
          <p:cNvPr id="104" name="Image 103" descr="Une image contenant roue, Roue de vélo, vélo, conception&#10;&#10;Le contenu généré par l’IA peut être incorrect.">
            <a:extLst>
              <a:ext uri="{FF2B5EF4-FFF2-40B4-BE49-F238E27FC236}">
                <a16:creationId xmlns:a16="http://schemas.microsoft.com/office/drawing/2014/main" id="{3C09FD05-2259-324C-8C25-AF2858D62E75}"/>
              </a:ext>
            </a:extLst>
          </p:cNvPr>
          <p:cNvPicPr>
            <a:picLocks noChangeAspect="1"/>
          </p:cNvPicPr>
          <p:nvPr/>
        </p:nvPicPr>
        <p:blipFill>
          <a:blip r:embed="rId3"/>
          <a:srcRect l="72111" t="2927" r="2785" b="25568"/>
          <a:stretch/>
        </p:blipFill>
        <p:spPr>
          <a:xfrm>
            <a:off x="10856443" y="4114100"/>
            <a:ext cx="985170" cy="961571"/>
          </a:xfrm>
          <a:prstGeom prst="rect">
            <a:avLst/>
          </a:prstGeom>
        </p:spPr>
      </p:pic>
      <p:pic>
        <p:nvPicPr>
          <p:cNvPr id="105" name="Image 104" descr="Une image contenant roue, Roue de vélo, vélo, conception&#10;&#10;Le contenu généré par l’IA peut être incorrect.">
            <a:extLst>
              <a:ext uri="{FF2B5EF4-FFF2-40B4-BE49-F238E27FC236}">
                <a16:creationId xmlns:a16="http://schemas.microsoft.com/office/drawing/2014/main" id="{265C7E03-5CFD-9335-C1E7-A1FFEA1F9163}"/>
              </a:ext>
            </a:extLst>
          </p:cNvPr>
          <p:cNvPicPr>
            <a:picLocks noChangeAspect="1"/>
          </p:cNvPicPr>
          <p:nvPr/>
        </p:nvPicPr>
        <p:blipFill>
          <a:blip r:embed="rId3"/>
          <a:srcRect l="578" t="5719" r="70515" b="29412"/>
          <a:stretch/>
        </p:blipFill>
        <p:spPr>
          <a:xfrm>
            <a:off x="7241265" y="5193757"/>
            <a:ext cx="1084333" cy="833807"/>
          </a:xfrm>
          <a:prstGeom prst="rect">
            <a:avLst/>
          </a:prstGeom>
        </p:spPr>
      </p:pic>
      <p:pic>
        <p:nvPicPr>
          <p:cNvPr id="106" name="Image 105" descr="Une image contenant roue, Roue de vélo, vélo, conception&#10;&#10;Le contenu généré par l’IA peut être incorrect.">
            <a:extLst>
              <a:ext uri="{FF2B5EF4-FFF2-40B4-BE49-F238E27FC236}">
                <a16:creationId xmlns:a16="http://schemas.microsoft.com/office/drawing/2014/main" id="{A46D0D4D-5926-70D8-B3BB-4EAE25A2F006}"/>
              </a:ext>
            </a:extLst>
          </p:cNvPr>
          <p:cNvPicPr>
            <a:picLocks noChangeAspect="1"/>
          </p:cNvPicPr>
          <p:nvPr/>
        </p:nvPicPr>
        <p:blipFill>
          <a:blip r:embed="rId3"/>
          <a:srcRect l="35402" t="10964" r="35691" b="24167"/>
          <a:stretch/>
        </p:blipFill>
        <p:spPr>
          <a:xfrm>
            <a:off x="10827063" y="5188931"/>
            <a:ext cx="1132724" cy="871018"/>
          </a:xfrm>
          <a:prstGeom prst="rect">
            <a:avLst/>
          </a:prstGeom>
        </p:spPr>
      </p:pic>
      <p:pic>
        <p:nvPicPr>
          <p:cNvPr id="107" name="Image 106" descr="Une image contenant roue, Roue de vélo, vélo, conception&#10;&#10;Le contenu généré par l’IA peut être incorrect.">
            <a:extLst>
              <a:ext uri="{FF2B5EF4-FFF2-40B4-BE49-F238E27FC236}">
                <a16:creationId xmlns:a16="http://schemas.microsoft.com/office/drawing/2014/main" id="{BFCCE7A9-ADB4-9579-6455-A185B3A7FD8D}"/>
              </a:ext>
            </a:extLst>
          </p:cNvPr>
          <p:cNvPicPr>
            <a:picLocks noChangeAspect="1"/>
          </p:cNvPicPr>
          <p:nvPr/>
        </p:nvPicPr>
        <p:blipFill>
          <a:blip r:embed="rId3"/>
          <a:srcRect l="72111" t="2927" r="2785" b="25568"/>
          <a:stretch/>
        </p:blipFill>
        <p:spPr>
          <a:xfrm>
            <a:off x="9036756" y="5129876"/>
            <a:ext cx="985170" cy="961571"/>
          </a:xfrm>
          <a:prstGeom prst="rect">
            <a:avLst/>
          </a:prstGeom>
        </p:spPr>
      </p:pic>
      <p:cxnSp>
        <p:nvCxnSpPr>
          <p:cNvPr id="108" name="Connecteur droit 107">
            <a:extLst>
              <a:ext uri="{FF2B5EF4-FFF2-40B4-BE49-F238E27FC236}">
                <a16:creationId xmlns:a16="http://schemas.microsoft.com/office/drawing/2014/main" id="{AF57EF73-F894-EFDD-5ECC-EB9618BA1307}"/>
              </a:ext>
            </a:extLst>
          </p:cNvPr>
          <p:cNvCxnSpPr>
            <a:cxnSpLocks/>
            <a:stCxn id="101" idx="3"/>
            <a:endCxn id="100" idx="1"/>
          </p:cNvCxnSpPr>
          <p:nvPr/>
        </p:nvCxnSpPr>
        <p:spPr>
          <a:xfrm>
            <a:off x="8325598" y="3623053"/>
            <a:ext cx="620606"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09" name="Connecteur droit 108">
            <a:extLst>
              <a:ext uri="{FF2B5EF4-FFF2-40B4-BE49-F238E27FC236}">
                <a16:creationId xmlns:a16="http://schemas.microsoft.com/office/drawing/2014/main" id="{96C2DF70-D348-CA47-78B3-C7AD825A4D5A}"/>
              </a:ext>
            </a:extLst>
          </p:cNvPr>
          <p:cNvCxnSpPr>
            <a:cxnSpLocks/>
            <a:stCxn id="103" idx="3"/>
            <a:endCxn id="102" idx="1"/>
          </p:cNvCxnSpPr>
          <p:nvPr/>
        </p:nvCxnSpPr>
        <p:spPr>
          <a:xfrm>
            <a:off x="8349793" y="4604798"/>
            <a:ext cx="587800"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0" name="Connecteur droit 109">
            <a:extLst>
              <a:ext uri="{FF2B5EF4-FFF2-40B4-BE49-F238E27FC236}">
                <a16:creationId xmlns:a16="http://schemas.microsoft.com/office/drawing/2014/main" id="{18AC22BC-83C9-9AB3-9677-09E3100A9E89}"/>
              </a:ext>
            </a:extLst>
          </p:cNvPr>
          <p:cNvCxnSpPr>
            <a:cxnSpLocks/>
            <a:stCxn id="105" idx="3"/>
            <a:endCxn id="107" idx="1"/>
          </p:cNvCxnSpPr>
          <p:nvPr/>
        </p:nvCxnSpPr>
        <p:spPr>
          <a:xfrm>
            <a:off x="8325598" y="5610661"/>
            <a:ext cx="711158" cy="1"/>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1" name="Connecteur droit 110">
            <a:extLst>
              <a:ext uri="{FF2B5EF4-FFF2-40B4-BE49-F238E27FC236}">
                <a16:creationId xmlns:a16="http://schemas.microsoft.com/office/drawing/2014/main" id="{5E97667B-B734-7914-98D2-D32D9411CA5F}"/>
              </a:ext>
            </a:extLst>
          </p:cNvPr>
          <p:cNvCxnSpPr>
            <a:cxnSpLocks/>
            <a:stCxn id="105" idx="3"/>
            <a:endCxn id="102" idx="1"/>
          </p:cNvCxnSpPr>
          <p:nvPr/>
        </p:nvCxnSpPr>
        <p:spPr>
          <a:xfrm flipV="1">
            <a:off x="8325598" y="4604798"/>
            <a:ext cx="611995" cy="1005863"/>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2" name="Connecteur droit 111">
            <a:extLst>
              <a:ext uri="{FF2B5EF4-FFF2-40B4-BE49-F238E27FC236}">
                <a16:creationId xmlns:a16="http://schemas.microsoft.com/office/drawing/2014/main" id="{C55BED85-8B5A-328B-644B-181A8E2B22FC}"/>
              </a:ext>
            </a:extLst>
          </p:cNvPr>
          <p:cNvCxnSpPr>
            <a:cxnSpLocks/>
            <a:stCxn id="105" idx="3"/>
            <a:endCxn id="100" idx="1"/>
          </p:cNvCxnSpPr>
          <p:nvPr/>
        </p:nvCxnSpPr>
        <p:spPr>
          <a:xfrm flipV="1">
            <a:off x="8325598" y="3623053"/>
            <a:ext cx="620606" cy="1987608"/>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3" name="Connecteur droit 112">
            <a:extLst>
              <a:ext uri="{FF2B5EF4-FFF2-40B4-BE49-F238E27FC236}">
                <a16:creationId xmlns:a16="http://schemas.microsoft.com/office/drawing/2014/main" id="{11160BC7-ABFD-3BA0-BEC5-1B4B856465B6}"/>
              </a:ext>
            </a:extLst>
          </p:cNvPr>
          <p:cNvCxnSpPr>
            <a:cxnSpLocks/>
            <a:stCxn id="107" idx="3"/>
            <a:endCxn id="99" idx="1"/>
          </p:cNvCxnSpPr>
          <p:nvPr/>
        </p:nvCxnSpPr>
        <p:spPr>
          <a:xfrm flipV="1">
            <a:off x="10021926" y="3623052"/>
            <a:ext cx="768160" cy="198761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4" name="Connecteur droit 113">
            <a:extLst>
              <a:ext uri="{FF2B5EF4-FFF2-40B4-BE49-F238E27FC236}">
                <a16:creationId xmlns:a16="http://schemas.microsoft.com/office/drawing/2014/main" id="{0EE6F4A7-92B2-C0BB-0617-E96F2CA6805B}"/>
              </a:ext>
            </a:extLst>
          </p:cNvPr>
          <p:cNvCxnSpPr>
            <a:cxnSpLocks/>
            <a:endCxn id="104" idx="1"/>
          </p:cNvCxnSpPr>
          <p:nvPr/>
        </p:nvCxnSpPr>
        <p:spPr>
          <a:xfrm flipV="1">
            <a:off x="10046122" y="4594886"/>
            <a:ext cx="810321" cy="1069982"/>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5" name="Connecteur droit 114">
            <a:extLst>
              <a:ext uri="{FF2B5EF4-FFF2-40B4-BE49-F238E27FC236}">
                <a16:creationId xmlns:a16="http://schemas.microsoft.com/office/drawing/2014/main" id="{ECE9C74F-F00C-EECC-E2CB-D726F4FE4D6F}"/>
              </a:ext>
            </a:extLst>
          </p:cNvPr>
          <p:cNvCxnSpPr>
            <a:cxnSpLocks/>
            <a:stCxn id="100" idx="3"/>
            <a:endCxn id="99" idx="1"/>
          </p:cNvCxnSpPr>
          <p:nvPr/>
        </p:nvCxnSpPr>
        <p:spPr>
          <a:xfrm flipV="1">
            <a:off x="10078928" y="3623052"/>
            <a:ext cx="711158" cy="1"/>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6" name="Connecteur droit 115">
            <a:extLst>
              <a:ext uri="{FF2B5EF4-FFF2-40B4-BE49-F238E27FC236}">
                <a16:creationId xmlns:a16="http://schemas.microsoft.com/office/drawing/2014/main" id="{937FCC6F-5A5A-FCD3-2946-C7D5468051CA}"/>
              </a:ext>
            </a:extLst>
          </p:cNvPr>
          <p:cNvCxnSpPr>
            <a:cxnSpLocks/>
          </p:cNvCxnSpPr>
          <p:nvPr/>
        </p:nvCxnSpPr>
        <p:spPr>
          <a:xfrm flipV="1">
            <a:off x="9992546" y="4588724"/>
            <a:ext cx="834517" cy="9912"/>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7" name="Connecteur droit 116">
            <a:extLst>
              <a:ext uri="{FF2B5EF4-FFF2-40B4-BE49-F238E27FC236}">
                <a16:creationId xmlns:a16="http://schemas.microsoft.com/office/drawing/2014/main" id="{7EB4A2B6-0761-7151-5870-919CA7C9D00B}"/>
              </a:ext>
            </a:extLst>
          </p:cNvPr>
          <p:cNvCxnSpPr>
            <a:cxnSpLocks/>
            <a:stCxn id="107" idx="3"/>
            <a:endCxn id="106" idx="1"/>
          </p:cNvCxnSpPr>
          <p:nvPr/>
        </p:nvCxnSpPr>
        <p:spPr>
          <a:xfrm>
            <a:off x="10021926" y="5610662"/>
            <a:ext cx="805137" cy="13778"/>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8" name="Connecteur droit 117">
            <a:extLst>
              <a:ext uri="{FF2B5EF4-FFF2-40B4-BE49-F238E27FC236}">
                <a16:creationId xmlns:a16="http://schemas.microsoft.com/office/drawing/2014/main" id="{72F94707-0E24-5EA4-C1D6-9C3616840556}"/>
              </a:ext>
            </a:extLst>
          </p:cNvPr>
          <p:cNvCxnSpPr>
            <a:cxnSpLocks/>
            <a:stCxn id="102" idx="3"/>
            <a:endCxn id="106" idx="1"/>
          </p:cNvCxnSpPr>
          <p:nvPr/>
        </p:nvCxnSpPr>
        <p:spPr>
          <a:xfrm>
            <a:off x="10021926" y="4604798"/>
            <a:ext cx="805137" cy="1019642"/>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9" name="Connecteur droit 118">
            <a:extLst>
              <a:ext uri="{FF2B5EF4-FFF2-40B4-BE49-F238E27FC236}">
                <a16:creationId xmlns:a16="http://schemas.microsoft.com/office/drawing/2014/main" id="{F123D69C-549E-F3A9-28A8-0EC4FCA25888}"/>
              </a:ext>
            </a:extLst>
          </p:cNvPr>
          <p:cNvCxnSpPr>
            <a:cxnSpLocks/>
            <a:stCxn id="100" idx="3"/>
            <a:endCxn id="106" idx="1"/>
          </p:cNvCxnSpPr>
          <p:nvPr/>
        </p:nvCxnSpPr>
        <p:spPr>
          <a:xfrm>
            <a:off x="10078928" y="3623053"/>
            <a:ext cx="748135" cy="2001387"/>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0" name="Connecteur droit 119">
            <a:extLst>
              <a:ext uri="{FF2B5EF4-FFF2-40B4-BE49-F238E27FC236}">
                <a16:creationId xmlns:a16="http://schemas.microsoft.com/office/drawing/2014/main" id="{F0F1D3E5-1B4E-3F70-77D5-6AE8DD6CE200}"/>
              </a:ext>
            </a:extLst>
          </p:cNvPr>
          <p:cNvCxnSpPr>
            <a:cxnSpLocks/>
            <a:stCxn id="100" idx="3"/>
            <a:endCxn id="104" idx="1"/>
          </p:cNvCxnSpPr>
          <p:nvPr/>
        </p:nvCxnSpPr>
        <p:spPr>
          <a:xfrm>
            <a:off x="10078928" y="3623053"/>
            <a:ext cx="777515" cy="971833"/>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1" name="Connecteur droit 120">
            <a:extLst>
              <a:ext uri="{FF2B5EF4-FFF2-40B4-BE49-F238E27FC236}">
                <a16:creationId xmlns:a16="http://schemas.microsoft.com/office/drawing/2014/main" id="{2A8436D1-A735-FA71-C659-33E820B367E4}"/>
              </a:ext>
            </a:extLst>
          </p:cNvPr>
          <p:cNvCxnSpPr>
            <a:cxnSpLocks/>
            <a:stCxn id="102" idx="3"/>
            <a:endCxn id="99" idx="1"/>
          </p:cNvCxnSpPr>
          <p:nvPr/>
        </p:nvCxnSpPr>
        <p:spPr>
          <a:xfrm flipV="1">
            <a:off x="10021926" y="3623052"/>
            <a:ext cx="768160" cy="981746"/>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2" name="Connecteur droit 121">
            <a:extLst>
              <a:ext uri="{FF2B5EF4-FFF2-40B4-BE49-F238E27FC236}">
                <a16:creationId xmlns:a16="http://schemas.microsoft.com/office/drawing/2014/main" id="{2B810A75-D119-8106-F4DE-8656F9C6F678}"/>
              </a:ext>
            </a:extLst>
          </p:cNvPr>
          <p:cNvCxnSpPr>
            <a:cxnSpLocks/>
            <a:stCxn id="103" idx="3"/>
            <a:endCxn id="100" idx="1"/>
          </p:cNvCxnSpPr>
          <p:nvPr/>
        </p:nvCxnSpPr>
        <p:spPr>
          <a:xfrm flipV="1">
            <a:off x="8349793" y="3623053"/>
            <a:ext cx="596411" cy="981745"/>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3" name="Connecteur droit 122">
            <a:extLst>
              <a:ext uri="{FF2B5EF4-FFF2-40B4-BE49-F238E27FC236}">
                <a16:creationId xmlns:a16="http://schemas.microsoft.com/office/drawing/2014/main" id="{8B107506-2525-CFA7-529C-08D0FEDD862F}"/>
              </a:ext>
            </a:extLst>
          </p:cNvPr>
          <p:cNvCxnSpPr>
            <a:cxnSpLocks/>
            <a:stCxn id="103" idx="3"/>
            <a:endCxn id="107" idx="1"/>
          </p:cNvCxnSpPr>
          <p:nvPr/>
        </p:nvCxnSpPr>
        <p:spPr>
          <a:xfrm>
            <a:off x="8349793" y="4604798"/>
            <a:ext cx="686963" cy="1005864"/>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4" name="Connecteur droit 123">
            <a:extLst>
              <a:ext uri="{FF2B5EF4-FFF2-40B4-BE49-F238E27FC236}">
                <a16:creationId xmlns:a16="http://schemas.microsoft.com/office/drawing/2014/main" id="{5373FD3C-CA88-BD0B-8EE8-E3EB0725DA00}"/>
              </a:ext>
            </a:extLst>
          </p:cNvPr>
          <p:cNvCxnSpPr>
            <a:cxnSpLocks/>
            <a:stCxn id="101" idx="3"/>
            <a:endCxn id="102" idx="1"/>
          </p:cNvCxnSpPr>
          <p:nvPr/>
        </p:nvCxnSpPr>
        <p:spPr>
          <a:xfrm>
            <a:off x="8325598" y="3623053"/>
            <a:ext cx="611995" cy="981745"/>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5" name="Connecteur droit 124">
            <a:extLst>
              <a:ext uri="{FF2B5EF4-FFF2-40B4-BE49-F238E27FC236}">
                <a16:creationId xmlns:a16="http://schemas.microsoft.com/office/drawing/2014/main" id="{792A9A63-2CA8-3FEE-1464-706BC05CB0DF}"/>
              </a:ext>
            </a:extLst>
          </p:cNvPr>
          <p:cNvCxnSpPr>
            <a:cxnSpLocks/>
            <a:stCxn id="101" idx="3"/>
            <a:endCxn id="107" idx="1"/>
          </p:cNvCxnSpPr>
          <p:nvPr/>
        </p:nvCxnSpPr>
        <p:spPr>
          <a:xfrm>
            <a:off x="8325598" y="3623053"/>
            <a:ext cx="711158" cy="1987609"/>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7909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A2BA-E2DB-225E-F80D-6047330F639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6BE0C1C-2F26-563F-2351-C2F5AC2FF72E}"/>
              </a:ext>
            </a:extLst>
          </p:cNvPr>
          <p:cNvSpPr>
            <a:spLocks noGrp="1"/>
          </p:cNvSpPr>
          <p:nvPr>
            <p:ph type="sldNum" sz="quarter" idx="16"/>
          </p:nvPr>
        </p:nvSpPr>
        <p:spPr/>
        <p:txBody>
          <a:bodyPr/>
          <a:lstStyle/>
          <a:p>
            <a:fld id="{167A0328-A2CC-4110-85D0-A410FFB4F3E3}" type="slidenum">
              <a:rPr lang="fr-FR" smtClean="0"/>
              <a:pPr/>
              <a:t>14</a:t>
            </a:fld>
            <a:endParaRPr lang="fr-FR" dirty="0"/>
          </a:p>
        </p:txBody>
      </p:sp>
      <p:sp>
        <p:nvSpPr>
          <p:cNvPr id="4" name="Titre 3">
            <a:extLst>
              <a:ext uri="{FF2B5EF4-FFF2-40B4-BE49-F238E27FC236}">
                <a16:creationId xmlns:a16="http://schemas.microsoft.com/office/drawing/2014/main" id="{76DFBCD5-0767-1394-609E-5B0585208E73}"/>
              </a:ext>
            </a:extLst>
          </p:cNvPr>
          <p:cNvSpPr>
            <a:spLocks noGrp="1"/>
          </p:cNvSpPr>
          <p:nvPr>
            <p:ph type="title"/>
          </p:nvPr>
        </p:nvSpPr>
        <p:spPr/>
        <p:txBody>
          <a:bodyPr/>
          <a:lstStyle/>
          <a:p>
            <a:r>
              <a:rPr lang="fr-CH" dirty="0"/>
              <a:t>1. </a:t>
            </a:r>
            <a:r>
              <a:rPr lang="fr-CH" dirty="0" err="1"/>
              <a:t>Reducing</a:t>
            </a:r>
            <a:r>
              <a:rPr lang="fr-CH" dirty="0"/>
              <a:t> </a:t>
            </a:r>
            <a:r>
              <a:rPr lang="fr-CH" dirty="0">
                <a:solidFill>
                  <a:srgbClr val="FF0000"/>
                </a:solidFill>
                <a:sym typeface="Wingdings" panose="05000000000000000000" pitchFamily="2" charset="2"/>
              </a:rPr>
              <a:t>Evaluation</a:t>
            </a:r>
            <a:r>
              <a:rPr lang="fr-CH" dirty="0"/>
              <a:t> Time</a:t>
            </a:r>
          </a:p>
        </p:txBody>
      </p:sp>
      <p:sp>
        <p:nvSpPr>
          <p:cNvPr id="23" name="Espace réservé du contenu 22">
            <a:extLst>
              <a:ext uri="{FF2B5EF4-FFF2-40B4-BE49-F238E27FC236}">
                <a16:creationId xmlns:a16="http://schemas.microsoft.com/office/drawing/2014/main" id="{147EA542-C81B-8CF6-A4B9-3AD5B497364E}"/>
              </a:ext>
            </a:extLst>
          </p:cNvPr>
          <p:cNvSpPr>
            <a:spLocks noGrp="1"/>
          </p:cNvSpPr>
          <p:nvPr>
            <p:ph sz="quarter" idx="13"/>
          </p:nvPr>
        </p:nvSpPr>
        <p:spPr>
          <a:xfrm>
            <a:off x="901700" y="2089292"/>
            <a:ext cx="5896241" cy="547796"/>
          </a:xfrm>
        </p:spPr>
        <p:txBody>
          <a:bodyPr>
            <a:normAutofit fontScale="92500"/>
          </a:bodyPr>
          <a:lstStyle/>
          <a:p>
            <a:pPr marL="0" indent="0">
              <a:buNone/>
            </a:pPr>
            <a:r>
              <a:rPr lang="fr-CH" dirty="0" err="1"/>
              <a:t>SuperNetwork</a:t>
            </a:r>
            <a:r>
              <a:rPr lang="fr-CH" dirty="0"/>
              <a:t> – </a:t>
            </a:r>
            <a:r>
              <a:rPr lang="fr-CH" dirty="0" err="1"/>
              <a:t>Weight</a:t>
            </a:r>
            <a:r>
              <a:rPr lang="fr-CH" dirty="0"/>
              <a:t>-Sharing </a:t>
            </a:r>
            <a:r>
              <a:rPr lang="fr-CH" dirty="0" err="1"/>
              <a:t>Paradigm</a:t>
            </a:r>
            <a:endParaRPr lang="fr-FR" dirty="0"/>
          </a:p>
        </p:txBody>
      </p:sp>
      <p:pic>
        <p:nvPicPr>
          <p:cNvPr id="8" name="Image 7" descr="Une image contenant roue, Roue de vélo, vélo, conception&#10;&#10;Le contenu généré par l’IA peut être incorrect.">
            <a:extLst>
              <a:ext uri="{FF2B5EF4-FFF2-40B4-BE49-F238E27FC236}">
                <a16:creationId xmlns:a16="http://schemas.microsoft.com/office/drawing/2014/main" id="{8FE07059-AD90-8E9E-BE2E-8F00D10107D8}"/>
              </a:ext>
            </a:extLst>
          </p:cNvPr>
          <p:cNvPicPr>
            <a:picLocks noChangeAspect="1"/>
          </p:cNvPicPr>
          <p:nvPr/>
        </p:nvPicPr>
        <p:blipFill>
          <a:blip r:embed="rId3"/>
          <a:srcRect l="578" t="5719" r="70515" b="29412"/>
          <a:stretch/>
        </p:blipFill>
        <p:spPr>
          <a:xfrm>
            <a:off x="4033292" y="3206148"/>
            <a:ext cx="1084333" cy="833807"/>
          </a:xfrm>
          <a:prstGeom prst="rect">
            <a:avLst/>
          </a:prstGeom>
        </p:spPr>
      </p:pic>
      <p:pic>
        <p:nvPicPr>
          <p:cNvPr id="9" name="Image 8" descr="Une image contenant roue, Roue de vélo, vélo, conception&#10;&#10;Le contenu généré par l’IA peut être incorrect.">
            <a:extLst>
              <a:ext uri="{FF2B5EF4-FFF2-40B4-BE49-F238E27FC236}">
                <a16:creationId xmlns:a16="http://schemas.microsoft.com/office/drawing/2014/main" id="{E8FE9484-D1BD-9DAF-68D2-ECEC7580E9D1}"/>
              </a:ext>
            </a:extLst>
          </p:cNvPr>
          <p:cNvPicPr>
            <a:picLocks noChangeAspect="1"/>
          </p:cNvPicPr>
          <p:nvPr/>
        </p:nvPicPr>
        <p:blipFill>
          <a:blip r:embed="rId3"/>
          <a:srcRect l="35402" t="10964" r="35691" b="24167"/>
          <a:stretch/>
        </p:blipFill>
        <p:spPr>
          <a:xfrm>
            <a:off x="2189410" y="3187544"/>
            <a:ext cx="1132724" cy="871018"/>
          </a:xfrm>
          <a:prstGeom prst="rect">
            <a:avLst/>
          </a:prstGeom>
        </p:spPr>
      </p:pic>
      <p:pic>
        <p:nvPicPr>
          <p:cNvPr id="10" name="Image 9" descr="Une image contenant roue, Roue de vélo, vélo, conception&#10;&#10;Le contenu généré par l’IA peut être incorrect.">
            <a:extLst>
              <a:ext uri="{FF2B5EF4-FFF2-40B4-BE49-F238E27FC236}">
                <a16:creationId xmlns:a16="http://schemas.microsoft.com/office/drawing/2014/main" id="{4CF5F929-DB0F-9A60-6861-83CCE625165D}"/>
              </a:ext>
            </a:extLst>
          </p:cNvPr>
          <p:cNvPicPr>
            <a:picLocks noChangeAspect="1"/>
          </p:cNvPicPr>
          <p:nvPr/>
        </p:nvPicPr>
        <p:blipFill>
          <a:blip r:embed="rId3"/>
          <a:srcRect l="72111" t="2927" r="2785" b="25568"/>
          <a:stretch/>
        </p:blipFill>
        <p:spPr>
          <a:xfrm>
            <a:off x="583634" y="3142267"/>
            <a:ext cx="985170" cy="961571"/>
          </a:xfrm>
          <a:prstGeom prst="rect">
            <a:avLst/>
          </a:prstGeom>
        </p:spPr>
      </p:pic>
      <p:pic>
        <p:nvPicPr>
          <p:cNvPr id="11" name="Image 10" descr="Une image contenant roue, Roue de vélo, vélo, conception&#10;&#10;Le contenu généré par l’IA peut être incorrect.">
            <a:extLst>
              <a:ext uri="{FF2B5EF4-FFF2-40B4-BE49-F238E27FC236}">
                <a16:creationId xmlns:a16="http://schemas.microsoft.com/office/drawing/2014/main" id="{73282106-99EF-6AB5-5574-3919DB500435}"/>
              </a:ext>
            </a:extLst>
          </p:cNvPr>
          <p:cNvPicPr>
            <a:picLocks noChangeAspect="1"/>
          </p:cNvPicPr>
          <p:nvPr/>
        </p:nvPicPr>
        <p:blipFill>
          <a:blip r:embed="rId3"/>
          <a:srcRect l="578" t="5719" r="70515" b="29412"/>
          <a:stretch/>
        </p:blipFill>
        <p:spPr>
          <a:xfrm>
            <a:off x="2180799" y="4187894"/>
            <a:ext cx="1084333" cy="833807"/>
          </a:xfrm>
          <a:prstGeom prst="rect">
            <a:avLst/>
          </a:prstGeom>
        </p:spPr>
      </p:pic>
      <p:pic>
        <p:nvPicPr>
          <p:cNvPr id="12" name="Image 11" descr="Une image contenant roue, Roue de vélo, vélo, conception&#10;&#10;Le contenu généré par l’IA peut être incorrect.">
            <a:extLst>
              <a:ext uri="{FF2B5EF4-FFF2-40B4-BE49-F238E27FC236}">
                <a16:creationId xmlns:a16="http://schemas.microsoft.com/office/drawing/2014/main" id="{53EC0EF4-A811-B30B-6F2E-C2B4BF622E30}"/>
              </a:ext>
            </a:extLst>
          </p:cNvPr>
          <p:cNvPicPr>
            <a:picLocks noChangeAspect="1"/>
          </p:cNvPicPr>
          <p:nvPr/>
        </p:nvPicPr>
        <p:blipFill>
          <a:blip r:embed="rId3"/>
          <a:srcRect l="35402" t="10964" r="35691" b="24167"/>
          <a:stretch/>
        </p:blipFill>
        <p:spPr>
          <a:xfrm>
            <a:off x="460275" y="4169289"/>
            <a:ext cx="1132724" cy="871018"/>
          </a:xfrm>
          <a:prstGeom prst="rect">
            <a:avLst/>
          </a:prstGeom>
        </p:spPr>
      </p:pic>
      <p:pic>
        <p:nvPicPr>
          <p:cNvPr id="13" name="Image 12" descr="Une image contenant roue, Roue de vélo, vélo, conception&#10;&#10;Le contenu généré par l’IA peut être incorrect.">
            <a:extLst>
              <a:ext uri="{FF2B5EF4-FFF2-40B4-BE49-F238E27FC236}">
                <a16:creationId xmlns:a16="http://schemas.microsoft.com/office/drawing/2014/main" id="{55427826-E945-3C5A-6E9A-A595D0F33D5A}"/>
              </a:ext>
            </a:extLst>
          </p:cNvPr>
          <p:cNvPicPr>
            <a:picLocks noChangeAspect="1"/>
          </p:cNvPicPr>
          <p:nvPr/>
        </p:nvPicPr>
        <p:blipFill>
          <a:blip r:embed="rId3"/>
          <a:srcRect l="72111" t="2927" r="2785" b="25568"/>
          <a:stretch/>
        </p:blipFill>
        <p:spPr>
          <a:xfrm>
            <a:off x="4099649" y="4114100"/>
            <a:ext cx="985170" cy="961571"/>
          </a:xfrm>
          <a:prstGeom prst="rect">
            <a:avLst/>
          </a:prstGeom>
        </p:spPr>
      </p:pic>
      <p:pic>
        <p:nvPicPr>
          <p:cNvPr id="14" name="Image 13" descr="Une image contenant roue, Roue de vélo, vélo, conception&#10;&#10;Le contenu généré par l’IA peut être incorrect.">
            <a:extLst>
              <a:ext uri="{FF2B5EF4-FFF2-40B4-BE49-F238E27FC236}">
                <a16:creationId xmlns:a16="http://schemas.microsoft.com/office/drawing/2014/main" id="{D2A7ADC2-21A9-1C9A-163F-384713ED5BA3}"/>
              </a:ext>
            </a:extLst>
          </p:cNvPr>
          <p:cNvPicPr>
            <a:picLocks noChangeAspect="1"/>
          </p:cNvPicPr>
          <p:nvPr/>
        </p:nvPicPr>
        <p:blipFill>
          <a:blip r:embed="rId3"/>
          <a:srcRect l="578" t="5719" r="70515" b="29412"/>
          <a:stretch/>
        </p:blipFill>
        <p:spPr>
          <a:xfrm>
            <a:off x="484471" y="5193757"/>
            <a:ext cx="1084333" cy="833807"/>
          </a:xfrm>
          <a:prstGeom prst="rect">
            <a:avLst/>
          </a:prstGeom>
        </p:spPr>
      </p:pic>
      <p:pic>
        <p:nvPicPr>
          <p:cNvPr id="15" name="Image 14" descr="Une image contenant roue, Roue de vélo, vélo, conception&#10;&#10;Le contenu généré par l’IA peut être incorrect.">
            <a:extLst>
              <a:ext uri="{FF2B5EF4-FFF2-40B4-BE49-F238E27FC236}">
                <a16:creationId xmlns:a16="http://schemas.microsoft.com/office/drawing/2014/main" id="{DA3B9CED-3108-0AC4-3E44-3FA95B143C78}"/>
              </a:ext>
            </a:extLst>
          </p:cNvPr>
          <p:cNvPicPr>
            <a:picLocks noChangeAspect="1"/>
          </p:cNvPicPr>
          <p:nvPr/>
        </p:nvPicPr>
        <p:blipFill>
          <a:blip r:embed="rId3"/>
          <a:srcRect l="35402" t="10964" r="35691" b="24167"/>
          <a:stretch/>
        </p:blipFill>
        <p:spPr>
          <a:xfrm>
            <a:off x="4070269" y="5188931"/>
            <a:ext cx="1132724" cy="871018"/>
          </a:xfrm>
          <a:prstGeom prst="rect">
            <a:avLst/>
          </a:prstGeom>
        </p:spPr>
      </p:pic>
      <p:pic>
        <p:nvPicPr>
          <p:cNvPr id="17" name="Image 16" descr="Une image contenant roue, Roue de vélo, vélo, conception&#10;&#10;Le contenu généré par l’IA peut être incorrect.">
            <a:extLst>
              <a:ext uri="{FF2B5EF4-FFF2-40B4-BE49-F238E27FC236}">
                <a16:creationId xmlns:a16="http://schemas.microsoft.com/office/drawing/2014/main" id="{AF29A370-476F-79EF-6939-8972F8FFCB30}"/>
              </a:ext>
            </a:extLst>
          </p:cNvPr>
          <p:cNvPicPr>
            <a:picLocks noChangeAspect="1"/>
          </p:cNvPicPr>
          <p:nvPr/>
        </p:nvPicPr>
        <p:blipFill>
          <a:blip r:embed="rId3"/>
          <a:srcRect l="72111" t="2927" r="2785" b="25568"/>
          <a:stretch/>
        </p:blipFill>
        <p:spPr>
          <a:xfrm>
            <a:off x="2279962" y="5129876"/>
            <a:ext cx="985170" cy="961571"/>
          </a:xfrm>
          <a:prstGeom prst="rect">
            <a:avLst/>
          </a:prstGeom>
        </p:spPr>
      </p:pic>
      <p:cxnSp>
        <p:nvCxnSpPr>
          <p:cNvPr id="21" name="Connecteur droit 20">
            <a:extLst>
              <a:ext uri="{FF2B5EF4-FFF2-40B4-BE49-F238E27FC236}">
                <a16:creationId xmlns:a16="http://schemas.microsoft.com/office/drawing/2014/main" id="{7B826980-88D1-32FF-87A7-6B75828D5ECB}"/>
              </a:ext>
            </a:extLst>
          </p:cNvPr>
          <p:cNvCxnSpPr>
            <a:cxnSpLocks/>
            <a:stCxn id="10" idx="3"/>
            <a:endCxn id="9" idx="1"/>
          </p:cNvCxnSpPr>
          <p:nvPr/>
        </p:nvCxnSpPr>
        <p:spPr>
          <a:xfrm>
            <a:off x="1568804" y="3623053"/>
            <a:ext cx="620606"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2" name="Connecteur droit 21">
            <a:extLst>
              <a:ext uri="{FF2B5EF4-FFF2-40B4-BE49-F238E27FC236}">
                <a16:creationId xmlns:a16="http://schemas.microsoft.com/office/drawing/2014/main" id="{CC144B6B-7C46-AEE3-B927-6CE3CF139B0C}"/>
              </a:ext>
            </a:extLst>
          </p:cNvPr>
          <p:cNvCxnSpPr>
            <a:cxnSpLocks/>
            <a:stCxn id="12" idx="3"/>
            <a:endCxn id="11" idx="1"/>
          </p:cNvCxnSpPr>
          <p:nvPr/>
        </p:nvCxnSpPr>
        <p:spPr>
          <a:xfrm>
            <a:off x="1592999" y="4604798"/>
            <a:ext cx="587800"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EDF458F-3CB1-96F2-116A-7F2CB2B2D66D}"/>
              </a:ext>
            </a:extLst>
          </p:cNvPr>
          <p:cNvCxnSpPr>
            <a:cxnSpLocks/>
            <a:stCxn id="14" idx="3"/>
            <a:endCxn id="17" idx="1"/>
          </p:cNvCxnSpPr>
          <p:nvPr/>
        </p:nvCxnSpPr>
        <p:spPr>
          <a:xfrm>
            <a:off x="1568804" y="5610661"/>
            <a:ext cx="711158" cy="1"/>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5" name="Connecteur droit 34">
            <a:extLst>
              <a:ext uri="{FF2B5EF4-FFF2-40B4-BE49-F238E27FC236}">
                <a16:creationId xmlns:a16="http://schemas.microsoft.com/office/drawing/2014/main" id="{A1B06457-8C82-02D0-8AA1-D19620AFB5FC}"/>
              </a:ext>
            </a:extLst>
          </p:cNvPr>
          <p:cNvCxnSpPr>
            <a:cxnSpLocks/>
            <a:stCxn id="14" idx="3"/>
            <a:endCxn id="11" idx="1"/>
          </p:cNvCxnSpPr>
          <p:nvPr/>
        </p:nvCxnSpPr>
        <p:spPr>
          <a:xfrm flipV="1">
            <a:off x="1568804" y="4604798"/>
            <a:ext cx="611995" cy="1005863"/>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8" name="Connecteur droit 37">
            <a:extLst>
              <a:ext uri="{FF2B5EF4-FFF2-40B4-BE49-F238E27FC236}">
                <a16:creationId xmlns:a16="http://schemas.microsoft.com/office/drawing/2014/main" id="{121FEC23-21AE-4058-442D-2D4B9C9519B3}"/>
              </a:ext>
            </a:extLst>
          </p:cNvPr>
          <p:cNvCxnSpPr>
            <a:cxnSpLocks/>
            <a:stCxn id="14" idx="3"/>
            <a:endCxn id="9" idx="1"/>
          </p:cNvCxnSpPr>
          <p:nvPr/>
        </p:nvCxnSpPr>
        <p:spPr>
          <a:xfrm flipV="1">
            <a:off x="1568804" y="3623053"/>
            <a:ext cx="620606" cy="1987608"/>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42" name="Connecteur droit 41">
            <a:extLst>
              <a:ext uri="{FF2B5EF4-FFF2-40B4-BE49-F238E27FC236}">
                <a16:creationId xmlns:a16="http://schemas.microsoft.com/office/drawing/2014/main" id="{FA312236-47F2-2305-CDA3-A475FC2313A5}"/>
              </a:ext>
            </a:extLst>
          </p:cNvPr>
          <p:cNvCxnSpPr>
            <a:cxnSpLocks/>
            <a:stCxn id="17" idx="3"/>
            <a:endCxn id="8" idx="1"/>
          </p:cNvCxnSpPr>
          <p:nvPr/>
        </p:nvCxnSpPr>
        <p:spPr>
          <a:xfrm flipV="1">
            <a:off x="3265132" y="3623052"/>
            <a:ext cx="768160" cy="198761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45" name="Connecteur droit 44">
            <a:extLst>
              <a:ext uri="{FF2B5EF4-FFF2-40B4-BE49-F238E27FC236}">
                <a16:creationId xmlns:a16="http://schemas.microsoft.com/office/drawing/2014/main" id="{40C838DB-DA68-D994-DC91-15227C6F4DA7}"/>
              </a:ext>
            </a:extLst>
          </p:cNvPr>
          <p:cNvCxnSpPr>
            <a:cxnSpLocks/>
            <a:endCxn id="13" idx="1"/>
          </p:cNvCxnSpPr>
          <p:nvPr/>
        </p:nvCxnSpPr>
        <p:spPr>
          <a:xfrm flipV="1">
            <a:off x="3289328" y="4594886"/>
            <a:ext cx="810321" cy="1069982"/>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48" name="Connecteur droit 47">
            <a:extLst>
              <a:ext uri="{FF2B5EF4-FFF2-40B4-BE49-F238E27FC236}">
                <a16:creationId xmlns:a16="http://schemas.microsoft.com/office/drawing/2014/main" id="{E0F1D270-E1DC-B9AA-A878-4C1BF33C7A13}"/>
              </a:ext>
            </a:extLst>
          </p:cNvPr>
          <p:cNvCxnSpPr>
            <a:cxnSpLocks/>
            <a:stCxn id="9" idx="3"/>
            <a:endCxn id="8" idx="1"/>
          </p:cNvCxnSpPr>
          <p:nvPr/>
        </p:nvCxnSpPr>
        <p:spPr>
          <a:xfrm flipV="1">
            <a:off x="3322134" y="3623052"/>
            <a:ext cx="711158" cy="1"/>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53" name="Connecteur droit 52">
            <a:extLst>
              <a:ext uri="{FF2B5EF4-FFF2-40B4-BE49-F238E27FC236}">
                <a16:creationId xmlns:a16="http://schemas.microsoft.com/office/drawing/2014/main" id="{7E3A7E05-605B-FB86-A029-979C57803170}"/>
              </a:ext>
            </a:extLst>
          </p:cNvPr>
          <p:cNvCxnSpPr>
            <a:cxnSpLocks/>
          </p:cNvCxnSpPr>
          <p:nvPr/>
        </p:nvCxnSpPr>
        <p:spPr>
          <a:xfrm flipV="1">
            <a:off x="3235752" y="4588724"/>
            <a:ext cx="834517" cy="9912"/>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58" name="Connecteur droit 57">
            <a:extLst>
              <a:ext uri="{FF2B5EF4-FFF2-40B4-BE49-F238E27FC236}">
                <a16:creationId xmlns:a16="http://schemas.microsoft.com/office/drawing/2014/main" id="{8422C321-57D1-C431-2941-9D0B0E52C804}"/>
              </a:ext>
            </a:extLst>
          </p:cNvPr>
          <p:cNvCxnSpPr>
            <a:cxnSpLocks/>
            <a:stCxn id="17" idx="3"/>
            <a:endCxn id="15" idx="1"/>
          </p:cNvCxnSpPr>
          <p:nvPr/>
        </p:nvCxnSpPr>
        <p:spPr>
          <a:xfrm>
            <a:off x="3265132" y="5610662"/>
            <a:ext cx="805137" cy="13778"/>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62" name="Connecteur droit 61">
            <a:extLst>
              <a:ext uri="{FF2B5EF4-FFF2-40B4-BE49-F238E27FC236}">
                <a16:creationId xmlns:a16="http://schemas.microsoft.com/office/drawing/2014/main" id="{C74D85A1-1218-B2C6-1438-841E2C95CD88}"/>
              </a:ext>
            </a:extLst>
          </p:cNvPr>
          <p:cNvCxnSpPr>
            <a:cxnSpLocks/>
            <a:stCxn id="11" idx="3"/>
            <a:endCxn id="15" idx="1"/>
          </p:cNvCxnSpPr>
          <p:nvPr/>
        </p:nvCxnSpPr>
        <p:spPr>
          <a:xfrm>
            <a:off x="3265132" y="4604798"/>
            <a:ext cx="805137" cy="1019642"/>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65" name="Connecteur droit 64">
            <a:extLst>
              <a:ext uri="{FF2B5EF4-FFF2-40B4-BE49-F238E27FC236}">
                <a16:creationId xmlns:a16="http://schemas.microsoft.com/office/drawing/2014/main" id="{7DCC605E-7DB4-9AAA-8707-814B6681C896}"/>
              </a:ext>
            </a:extLst>
          </p:cNvPr>
          <p:cNvCxnSpPr>
            <a:cxnSpLocks/>
            <a:stCxn id="9" idx="3"/>
            <a:endCxn id="15" idx="1"/>
          </p:cNvCxnSpPr>
          <p:nvPr/>
        </p:nvCxnSpPr>
        <p:spPr>
          <a:xfrm>
            <a:off x="3322134" y="3623053"/>
            <a:ext cx="748135" cy="2001387"/>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68" name="Connecteur droit 67">
            <a:extLst>
              <a:ext uri="{FF2B5EF4-FFF2-40B4-BE49-F238E27FC236}">
                <a16:creationId xmlns:a16="http://schemas.microsoft.com/office/drawing/2014/main" id="{8047F800-8EE4-1D74-8727-86C236E3FD4B}"/>
              </a:ext>
            </a:extLst>
          </p:cNvPr>
          <p:cNvCxnSpPr>
            <a:cxnSpLocks/>
            <a:stCxn id="9" idx="3"/>
            <a:endCxn id="13" idx="1"/>
          </p:cNvCxnSpPr>
          <p:nvPr/>
        </p:nvCxnSpPr>
        <p:spPr>
          <a:xfrm>
            <a:off x="3322134" y="3623053"/>
            <a:ext cx="777515" cy="971833"/>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71" name="Connecteur droit 70">
            <a:extLst>
              <a:ext uri="{FF2B5EF4-FFF2-40B4-BE49-F238E27FC236}">
                <a16:creationId xmlns:a16="http://schemas.microsoft.com/office/drawing/2014/main" id="{CF1F33CD-6FB8-AC13-9671-E07065E0BFAC}"/>
              </a:ext>
            </a:extLst>
          </p:cNvPr>
          <p:cNvCxnSpPr>
            <a:cxnSpLocks/>
            <a:stCxn id="11" idx="3"/>
            <a:endCxn id="8" idx="1"/>
          </p:cNvCxnSpPr>
          <p:nvPr/>
        </p:nvCxnSpPr>
        <p:spPr>
          <a:xfrm flipV="1">
            <a:off x="3265132" y="3623052"/>
            <a:ext cx="768160" cy="981746"/>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74" name="Connecteur droit 73">
            <a:extLst>
              <a:ext uri="{FF2B5EF4-FFF2-40B4-BE49-F238E27FC236}">
                <a16:creationId xmlns:a16="http://schemas.microsoft.com/office/drawing/2014/main" id="{67517FAA-A97B-2CB8-FC03-0AE29AA409FD}"/>
              </a:ext>
            </a:extLst>
          </p:cNvPr>
          <p:cNvCxnSpPr>
            <a:cxnSpLocks/>
            <a:stCxn id="12" idx="3"/>
            <a:endCxn id="9" idx="1"/>
          </p:cNvCxnSpPr>
          <p:nvPr/>
        </p:nvCxnSpPr>
        <p:spPr>
          <a:xfrm flipV="1">
            <a:off x="1592999" y="3623053"/>
            <a:ext cx="596411" cy="981745"/>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77" name="Connecteur droit 76">
            <a:extLst>
              <a:ext uri="{FF2B5EF4-FFF2-40B4-BE49-F238E27FC236}">
                <a16:creationId xmlns:a16="http://schemas.microsoft.com/office/drawing/2014/main" id="{497AFE80-6766-B8F3-1584-37A33E9F8513}"/>
              </a:ext>
            </a:extLst>
          </p:cNvPr>
          <p:cNvCxnSpPr>
            <a:cxnSpLocks/>
            <a:stCxn id="12" idx="3"/>
            <a:endCxn id="17" idx="1"/>
          </p:cNvCxnSpPr>
          <p:nvPr/>
        </p:nvCxnSpPr>
        <p:spPr>
          <a:xfrm>
            <a:off x="1592999" y="4604798"/>
            <a:ext cx="686963" cy="1005864"/>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80" name="Connecteur droit 79">
            <a:extLst>
              <a:ext uri="{FF2B5EF4-FFF2-40B4-BE49-F238E27FC236}">
                <a16:creationId xmlns:a16="http://schemas.microsoft.com/office/drawing/2014/main" id="{FCBC1EEE-A55F-7BBD-468D-CF9AD4378D1A}"/>
              </a:ext>
            </a:extLst>
          </p:cNvPr>
          <p:cNvCxnSpPr>
            <a:cxnSpLocks/>
            <a:stCxn id="10" idx="3"/>
            <a:endCxn id="11" idx="1"/>
          </p:cNvCxnSpPr>
          <p:nvPr/>
        </p:nvCxnSpPr>
        <p:spPr>
          <a:xfrm>
            <a:off x="1568804" y="3623053"/>
            <a:ext cx="611995" cy="981745"/>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83" name="Connecteur droit 82">
            <a:extLst>
              <a:ext uri="{FF2B5EF4-FFF2-40B4-BE49-F238E27FC236}">
                <a16:creationId xmlns:a16="http://schemas.microsoft.com/office/drawing/2014/main" id="{73EC829D-29D2-092B-06E5-D78557767B77}"/>
              </a:ext>
            </a:extLst>
          </p:cNvPr>
          <p:cNvCxnSpPr>
            <a:cxnSpLocks/>
            <a:stCxn id="10" idx="3"/>
            <a:endCxn id="17" idx="1"/>
          </p:cNvCxnSpPr>
          <p:nvPr/>
        </p:nvCxnSpPr>
        <p:spPr>
          <a:xfrm>
            <a:off x="1568804" y="3623053"/>
            <a:ext cx="711158" cy="1987609"/>
          </a:xfrm>
          <a:prstGeom prst="line">
            <a:avLst/>
          </a:prstGeom>
          <a:ln w="76200"/>
        </p:spPr>
        <p:style>
          <a:lnRef idx="2">
            <a:schemeClr val="accent1"/>
          </a:lnRef>
          <a:fillRef idx="0">
            <a:schemeClr val="accent1"/>
          </a:fillRef>
          <a:effectRef idx="1">
            <a:schemeClr val="accent1"/>
          </a:effectRef>
          <a:fontRef idx="minor">
            <a:schemeClr val="tx1"/>
          </a:fontRef>
        </p:style>
      </p:cxnSp>
      <p:pic>
        <p:nvPicPr>
          <p:cNvPr id="2" name="Image 1" descr="Une image contenant roue, Roue de vélo, vélo, conception&#10;&#10;Le contenu généré par l’IA peut être incorrect.">
            <a:extLst>
              <a:ext uri="{FF2B5EF4-FFF2-40B4-BE49-F238E27FC236}">
                <a16:creationId xmlns:a16="http://schemas.microsoft.com/office/drawing/2014/main" id="{C648EA88-776D-D75C-2891-6F7F48DDBF27}"/>
              </a:ext>
            </a:extLst>
          </p:cNvPr>
          <p:cNvPicPr>
            <a:picLocks noChangeAspect="1"/>
          </p:cNvPicPr>
          <p:nvPr/>
        </p:nvPicPr>
        <p:blipFill>
          <a:blip r:embed="rId3"/>
          <a:srcRect l="578" t="5719" r="70515" b="29412"/>
          <a:stretch/>
        </p:blipFill>
        <p:spPr>
          <a:xfrm>
            <a:off x="10247599" y="3291740"/>
            <a:ext cx="1084333" cy="833807"/>
          </a:xfrm>
          <a:prstGeom prst="rect">
            <a:avLst/>
          </a:prstGeom>
        </p:spPr>
      </p:pic>
      <p:pic>
        <p:nvPicPr>
          <p:cNvPr id="5" name="Image 4" descr="Une image contenant roue, Roue de vélo, vélo, conception&#10;&#10;Le contenu généré par l’IA peut être incorrect.">
            <a:extLst>
              <a:ext uri="{FF2B5EF4-FFF2-40B4-BE49-F238E27FC236}">
                <a16:creationId xmlns:a16="http://schemas.microsoft.com/office/drawing/2014/main" id="{08659038-1347-93DA-A3A4-CE2B771AFBCE}"/>
              </a:ext>
            </a:extLst>
          </p:cNvPr>
          <p:cNvPicPr>
            <a:picLocks noChangeAspect="1"/>
          </p:cNvPicPr>
          <p:nvPr/>
        </p:nvPicPr>
        <p:blipFill>
          <a:blip r:embed="rId3"/>
          <a:srcRect l="35402" t="10964" r="35691" b="24167"/>
          <a:stretch/>
        </p:blipFill>
        <p:spPr>
          <a:xfrm>
            <a:off x="8403717" y="3273136"/>
            <a:ext cx="1132724" cy="871018"/>
          </a:xfrm>
          <a:prstGeom prst="rect">
            <a:avLst/>
          </a:prstGeom>
        </p:spPr>
      </p:pic>
      <p:pic>
        <p:nvPicPr>
          <p:cNvPr id="6" name="Image 5" descr="Une image contenant roue, Roue de vélo, vélo, conception&#10;&#10;Le contenu généré par l’IA peut être incorrect.">
            <a:extLst>
              <a:ext uri="{FF2B5EF4-FFF2-40B4-BE49-F238E27FC236}">
                <a16:creationId xmlns:a16="http://schemas.microsoft.com/office/drawing/2014/main" id="{C3BFD98D-52B4-0835-F8FC-E74488EC9E74}"/>
              </a:ext>
            </a:extLst>
          </p:cNvPr>
          <p:cNvPicPr>
            <a:picLocks noChangeAspect="1"/>
          </p:cNvPicPr>
          <p:nvPr/>
        </p:nvPicPr>
        <p:blipFill>
          <a:blip r:embed="rId3"/>
          <a:srcRect l="72111" t="2927" r="2785" b="25568"/>
          <a:stretch/>
        </p:blipFill>
        <p:spPr>
          <a:xfrm>
            <a:off x="6797941" y="3227859"/>
            <a:ext cx="985170" cy="961571"/>
          </a:xfrm>
          <a:prstGeom prst="rect">
            <a:avLst/>
          </a:prstGeom>
        </p:spPr>
      </p:pic>
      <p:pic>
        <p:nvPicPr>
          <p:cNvPr id="18" name="Image 17" descr="Une image contenant roue, Roue de vélo, vélo, conception&#10;&#10;Le contenu généré par l’IA peut être incorrect.">
            <a:extLst>
              <a:ext uri="{FF2B5EF4-FFF2-40B4-BE49-F238E27FC236}">
                <a16:creationId xmlns:a16="http://schemas.microsoft.com/office/drawing/2014/main" id="{5D5250E0-E450-3357-83BB-3BCD113FCC29}"/>
              </a:ext>
            </a:extLst>
          </p:cNvPr>
          <p:cNvPicPr>
            <a:picLocks noChangeAspect="1"/>
          </p:cNvPicPr>
          <p:nvPr/>
        </p:nvPicPr>
        <p:blipFill>
          <a:blip r:embed="rId3"/>
          <a:srcRect l="578" t="5719" r="70515" b="29412"/>
          <a:stretch/>
        </p:blipFill>
        <p:spPr>
          <a:xfrm>
            <a:off x="8395106" y="4273486"/>
            <a:ext cx="1084333" cy="833807"/>
          </a:xfrm>
          <a:prstGeom prst="rect">
            <a:avLst/>
          </a:prstGeom>
        </p:spPr>
      </p:pic>
      <p:pic>
        <p:nvPicPr>
          <p:cNvPr id="19" name="Image 18" descr="Une image contenant roue, Roue de vélo, vélo, conception&#10;&#10;Le contenu généré par l’IA peut être incorrect.">
            <a:extLst>
              <a:ext uri="{FF2B5EF4-FFF2-40B4-BE49-F238E27FC236}">
                <a16:creationId xmlns:a16="http://schemas.microsoft.com/office/drawing/2014/main" id="{8AE5375A-38BF-5075-F910-92A108A26348}"/>
              </a:ext>
            </a:extLst>
          </p:cNvPr>
          <p:cNvPicPr>
            <a:picLocks noChangeAspect="1"/>
          </p:cNvPicPr>
          <p:nvPr/>
        </p:nvPicPr>
        <p:blipFill>
          <a:blip r:embed="rId3"/>
          <a:srcRect l="35402" t="10964" r="35691" b="24167"/>
          <a:stretch/>
        </p:blipFill>
        <p:spPr>
          <a:xfrm>
            <a:off x="6674582" y="4254881"/>
            <a:ext cx="1132724" cy="871018"/>
          </a:xfrm>
          <a:prstGeom prst="rect">
            <a:avLst/>
          </a:prstGeom>
        </p:spPr>
      </p:pic>
      <p:pic>
        <p:nvPicPr>
          <p:cNvPr id="20" name="Image 19" descr="Une image contenant roue, Roue de vélo, vélo, conception&#10;&#10;Le contenu généré par l’IA peut être incorrect.">
            <a:extLst>
              <a:ext uri="{FF2B5EF4-FFF2-40B4-BE49-F238E27FC236}">
                <a16:creationId xmlns:a16="http://schemas.microsoft.com/office/drawing/2014/main" id="{53F737BB-242D-AF1A-0915-C60441C6BDCF}"/>
              </a:ext>
            </a:extLst>
          </p:cNvPr>
          <p:cNvPicPr>
            <a:picLocks noChangeAspect="1"/>
          </p:cNvPicPr>
          <p:nvPr/>
        </p:nvPicPr>
        <p:blipFill>
          <a:blip r:embed="rId3"/>
          <a:srcRect l="72111" t="2927" r="2785" b="25568"/>
          <a:stretch/>
        </p:blipFill>
        <p:spPr>
          <a:xfrm>
            <a:off x="10313956" y="4199692"/>
            <a:ext cx="985170" cy="961571"/>
          </a:xfrm>
          <a:prstGeom prst="rect">
            <a:avLst/>
          </a:prstGeom>
        </p:spPr>
      </p:pic>
      <p:pic>
        <p:nvPicPr>
          <p:cNvPr id="24" name="Image 23" descr="Une image contenant roue, Roue de vélo, vélo, conception&#10;&#10;Le contenu généré par l’IA peut être incorrect.">
            <a:extLst>
              <a:ext uri="{FF2B5EF4-FFF2-40B4-BE49-F238E27FC236}">
                <a16:creationId xmlns:a16="http://schemas.microsoft.com/office/drawing/2014/main" id="{4AF7A527-949F-3788-0339-AC8FE909A630}"/>
              </a:ext>
            </a:extLst>
          </p:cNvPr>
          <p:cNvPicPr>
            <a:picLocks noChangeAspect="1"/>
          </p:cNvPicPr>
          <p:nvPr/>
        </p:nvPicPr>
        <p:blipFill>
          <a:blip r:embed="rId3"/>
          <a:srcRect l="578" t="5719" r="70515" b="29412"/>
          <a:stretch/>
        </p:blipFill>
        <p:spPr>
          <a:xfrm>
            <a:off x="6698778" y="5279349"/>
            <a:ext cx="1084333" cy="833807"/>
          </a:xfrm>
          <a:prstGeom prst="rect">
            <a:avLst/>
          </a:prstGeom>
        </p:spPr>
      </p:pic>
      <p:pic>
        <p:nvPicPr>
          <p:cNvPr id="25" name="Image 24" descr="Une image contenant roue, Roue de vélo, vélo, conception&#10;&#10;Le contenu généré par l’IA peut être incorrect.">
            <a:extLst>
              <a:ext uri="{FF2B5EF4-FFF2-40B4-BE49-F238E27FC236}">
                <a16:creationId xmlns:a16="http://schemas.microsoft.com/office/drawing/2014/main" id="{6B0970BC-E90B-9501-2D9A-2F3DAA67BBAD}"/>
              </a:ext>
            </a:extLst>
          </p:cNvPr>
          <p:cNvPicPr>
            <a:picLocks noChangeAspect="1"/>
          </p:cNvPicPr>
          <p:nvPr/>
        </p:nvPicPr>
        <p:blipFill>
          <a:blip r:embed="rId3"/>
          <a:srcRect l="35402" t="10964" r="35691" b="24167"/>
          <a:stretch/>
        </p:blipFill>
        <p:spPr>
          <a:xfrm>
            <a:off x="10284576" y="5274523"/>
            <a:ext cx="1132724" cy="871018"/>
          </a:xfrm>
          <a:prstGeom prst="rect">
            <a:avLst/>
          </a:prstGeom>
        </p:spPr>
      </p:pic>
      <p:pic>
        <p:nvPicPr>
          <p:cNvPr id="26" name="Image 25" descr="Une image contenant roue, Roue de vélo, vélo, conception&#10;&#10;Le contenu généré par l’IA peut être incorrect.">
            <a:extLst>
              <a:ext uri="{FF2B5EF4-FFF2-40B4-BE49-F238E27FC236}">
                <a16:creationId xmlns:a16="http://schemas.microsoft.com/office/drawing/2014/main" id="{C4958450-F15F-3AF4-4B3D-690000DD2065}"/>
              </a:ext>
            </a:extLst>
          </p:cNvPr>
          <p:cNvPicPr>
            <a:picLocks noChangeAspect="1"/>
          </p:cNvPicPr>
          <p:nvPr/>
        </p:nvPicPr>
        <p:blipFill>
          <a:blip r:embed="rId3"/>
          <a:srcRect l="72111" t="2927" r="2785" b="25568"/>
          <a:stretch/>
        </p:blipFill>
        <p:spPr>
          <a:xfrm>
            <a:off x="8494269" y="5215468"/>
            <a:ext cx="985170" cy="961571"/>
          </a:xfrm>
          <a:prstGeom prst="rect">
            <a:avLst/>
          </a:prstGeom>
        </p:spPr>
      </p:pic>
      <p:cxnSp>
        <p:nvCxnSpPr>
          <p:cNvPr id="27" name="Connecteur droit 26">
            <a:extLst>
              <a:ext uri="{FF2B5EF4-FFF2-40B4-BE49-F238E27FC236}">
                <a16:creationId xmlns:a16="http://schemas.microsoft.com/office/drawing/2014/main" id="{ADB0FE09-E1DD-8C07-FB3A-8F9B6237FFA7}"/>
              </a:ext>
            </a:extLst>
          </p:cNvPr>
          <p:cNvCxnSpPr>
            <a:cxnSpLocks/>
            <a:stCxn id="6" idx="3"/>
            <a:endCxn id="5" idx="1"/>
          </p:cNvCxnSpPr>
          <p:nvPr/>
        </p:nvCxnSpPr>
        <p:spPr>
          <a:xfrm>
            <a:off x="7783111" y="3708645"/>
            <a:ext cx="620606" cy="0"/>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7616631D-1588-AB95-13A7-3EEA09CC347F}"/>
              </a:ext>
            </a:extLst>
          </p:cNvPr>
          <p:cNvCxnSpPr>
            <a:cxnSpLocks/>
            <a:stCxn id="19" idx="3"/>
            <a:endCxn id="18" idx="1"/>
          </p:cNvCxnSpPr>
          <p:nvPr/>
        </p:nvCxnSpPr>
        <p:spPr>
          <a:xfrm>
            <a:off x="7807306" y="4690390"/>
            <a:ext cx="587800" cy="0"/>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AD95273D-EE51-0461-4DA2-B11E4430A7BD}"/>
              </a:ext>
            </a:extLst>
          </p:cNvPr>
          <p:cNvCxnSpPr>
            <a:cxnSpLocks/>
            <a:stCxn id="24" idx="3"/>
            <a:endCxn id="26" idx="1"/>
          </p:cNvCxnSpPr>
          <p:nvPr/>
        </p:nvCxnSpPr>
        <p:spPr>
          <a:xfrm>
            <a:off x="7783111" y="5696253"/>
            <a:ext cx="711158" cy="1"/>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0" name="Connecteur droit 29">
            <a:extLst>
              <a:ext uri="{FF2B5EF4-FFF2-40B4-BE49-F238E27FC236}">
                <a16:creationId xmlns:a16="http://schemas.microsoft.com/office/drawing/2014/main" id="{3D7D2F72-F22E-62B2-9CA8-9711923203AA}"/>
              </a:ext>
            </a:extLst>
          </p:cNvPr>
          <p:cNvCxnSpPr>
            <a:cxnSpLocks/>
            <a:stCxn id="24" idx="3"/>
            <a:endCxn id="18" idx="1"/>
          </p:cNvCxnSpPr>
          <p:nvPr/>
        </p:nvCxnSpPr>
        <p:spPr>
          <a:xfrm flipV="1">
            <a:off x="7783111" y="4690390"/>
            <a:ext cx="611995" cy="1005863"/>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CA9FB683-5893-CC39-1C1D-95CCB19B13D7}"/>
              </a:ext>
            </a:extLst>
          </p:cNvPr>
          <p:cNvCxnSpPr>
            <a:cxnSpLocks/>
            <a:stCxn id="24" idx="3"/>
            <a:endCxn id="5" idx="1"/>
          </p:cNvCxnSpPr>
          <p:nvPr/>
        </p:nvCxnSpPr>
        <p:spPr>
          <a:xfrm flipV="1">
            <a:off x="7783111" y="3708645"/>
            <a:ext cx="620606" cy="1987608"/>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3" name="Connecteur droit 32">
            <a:extLst>
              <a:ext uri="{FF2B5EF4-FFF2-40B4-BE49-F238E27FC236}">
                <a16:creationId xmlns:a16="http://schemas.microsoft.com/office/drawing/2014/main" id="{052A7A89-5872-82FD-EACE-410720C8D76D}"/>
              </a:ext>
            </a:extLst>
          </p:cNvPr>
          <p:cNvCxnSpPr>
            <a:cxnSpLocks/>
            <a:stCxn id="26" idx="3"/>
            <a:endCxn id="2" idx="1"/>
          </p:cNvCxnSpPr>
          <p:nvPr/>
        </p:nvCxnSpPr>
        <p:spPr>
          <a:xfrm flipV="1">
            <a:off x="9479439" y="3708644"/>
            <a:ext cx="768160" cy="1987610"/>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4" name="Connecteur droit 33">
            <a:extLst>
              <a:ext uri="{FF2B5EF4-FFF2-40B4-BE49-F238E27FC236}">
                <a16:creationId xmlns:a16="http://schemas.microsoft.com/office/drawing/2014/main" id="{798CD446-B344-368B-4462-4D166D059EA2}"/>
              </a:ext>
            </a:extLst>
          </p:cNvPr>
          <p:cNvCxnSpPr>
            <a:cxnSpLocks/>
            <a:endCxn id="20" idx="1"/>
          </p:cNvCxnSpPr>
          <p:nvPr/>
        </p:nvCxnSpPr>
        <p:spPr>
          <a:xfrm flipV="1">
            <a:off x="9503635" y="4680478"/>
            <a:ext cx="810321" cy="1069982"/>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6" name="Connecteur droit 35">
            <a:extLst>
              <a:ext uri="{FF2B5EF4-FFF2-40B4-BE49-F238E27FC236}">
                <a16:creationId xmlns:a16="http://schemas.microsoft.com/office/drawing/2014/main" id="{9308C0BB-A440-1EB9-4E2C-1C101AED881F}"/>
              </a:ext>
            </a:extLst>
          </p:cNvPr>
          <p:cNvCxnSpPr>
            <a:cxnSpLocks/>
            <a:stCxn id="5" idx="3"/>
            <a:endCxn id="2" idx="1"/>
          </p:cNvCxnSpPr>
          <p:nvPr/>
        </p:nvCxnSpPr>
        <p:spPr>
          <a:xfrm flipV="1">
            <a:off x="9536441" y="3708644"/>
            <a:ext cx="711158" cy="1"/>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7" name="Connecteur droit 36">
            <a:extLst>
              <a:ext uri="{FF2B5EF4-FFF2-40B4-BE49-F238E27FC236}">
                <a16:creationId xmlns:a16="http://schemas.microsoft.com/office/drawing/2014/main" id="{F62EF6F2-F929-B598-F992-B5295138D40A}"/>
              </a:ext>
            </a:extLst>
          </p:cNvPr>
          <p:cNvCxnSpPr>
            <a:cxnSpLocks/>
          </p:cNvCxnSpPr>
          <p:nvPr/>
        </p:nvCxnSpPr>
        <p:spPr>
          <a:xfrm flipV="1">
            <a:off x="9450059" y="4674316"/>
            <a:ext cx="834517" cy="9912"/>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9" name="Connecteur droit 38">
            <a:extLst>
              <a:ext uri="{FF2B5EF4-FFF2-40B4-BE49-F238E27FC236}">
                <a16:creationId xmlns:a16="http://schemas.microsoft.com/office/drawing/2014/main" id="{9AE0CB96-A950-E4DE-FD9A-107EEB8D8EBC}"/>
              </a:ext>
            </a:extLst>
          </p:cNvPr>
          <p:cNvCxnSpPr>
            <a:cxnSpLocks/>
            <a:stCxn id="26" idx="3"/>
            <a:endCxn id="25" idx="1"/>
          </p:cNvCxnSpPr>
          <p:nvPr/>
        </p:nvCxnSpPr>
        <p:spPr>
          <a:xfrm>
            <a:off x="9479439" y="5696254"/>
            <a:ext cx="805137" cy="13778"/>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0" name="Connecteur droit 39">
            <a:extLst>
              <a:ext uri="{FF2B5EF4-FFF2-40B4-BE49-F238E27FC236}">
                <a16:creationId xmlns:a16="http://schemas.microsoft.com/office/drawing/2014/main" id="{20616579-8602-1609-38E1-D7B2CA6570B6}"/>
              </a:ext>
            </a:extLst>
          </p:cNvPr>
          <p:cNvCxnSpPr>
            <a:cxnSpLocks/>
            <a:stCxn id="18" idx="3"/>
            <a:endCxn id="25" idx="1"/>
          </p:cNvCxnSpPr>
          <p:nvPr/>
        </p:nvCxnSpPr>
        <p:spPr>
          <a:xfrm>
            <a:off x="9479439" y="4690390"/>
            <a:ext cx="805137" cy="1019642"/>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1" name="Connecteur droit 40">
            <a:extLst>
              <a:ext uri="{FF2B5EF4-FFF2-40B4-BE49-F238E27FC236}">
                <a16:creationId xmlns:a16="http://schemas.microsoft.com/office/drawing/2014/main" id="{EAC0649A-F769-1438-67FB-15E29D0067DE}"/>
              </a:ext>
            </a:extLst>
          </p:cNvPr>
          <p:cNvCxnSpPr>
            <a:cxnSpLocks/>
            <a:stCxn id="5" idx="3"/>
            <a:endCxn id="25" idx="1"/>
          </p:cNvCxnSpPr>
          <p:nvPr/>
        </p:nvCxnSpPr>
        <p:spPr>
          <a:xfrm>
            <a:off x="9536441" y="3708645"/>
            <a:ext cx="748135" cy="2001387"/>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3" name="Connecteur droit 42">
            <a:extLst>
              <a:ext uri="{FF2B5EF4-FFF2-40B4-BE49-F238E27FC236}">
                <a16:creationId xmlns:a16="http://schemas.microsoft.com/office/drawing/2014/main" id="{2A4DE8FE-58F4-7934-0437-74B924F875D5}"/>
              </a:ext>
            </a:extLst>
          </p:cNvPr>
          <p:cNvCxnSpPr>
            <a:cxnSpLocks/>
            <a:stCxn id="5" idx="3"/>
            <a:endCxn id="20" idx="1"/>
          </p:cNvCxnSpPr>
          <p:nvPr/>
        </p:nvCxnSpPr>
        <p:spPr>
          <a:xfrm>
            <a:off x="9536441" y="3708645"/>
            <a:ext cx="777515" cy="971833"/>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44" name="Connecteur droit 43">
            <a:extLst>
              <a:ext uri="{FF2B5EF4-FFF2-40B4-BE49-F238E27FC236}">
                <a16:creationId xmlns:a16="http://schemas.microsoft.com/office/drawing/2014/main" id="{D774F7D1-DF09-7088-CDDA-9950568D9566}"/>
              </a:ext>
            </a:extLst>
          </p:cNvPr>
          <p:cNvCxnSpPr>
            <a:cxnSpLocks/>
            <a:stCxn id="18" idx="3"/>
            <a:endCxn id="2" idx="1"/>
          </p:cNvCxnSpPr>
          <p:nvPr/>
        </p:nvCxnSpPr>
        <p:spPr>
          <a:xfrm flipV="1">
            <a:off x="9479439" y="3708644"/>
            <a:ext cx="768160" cy="981746"/>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6" name="Connecteur droit 45">
            <a:extLst>
              <a:ext uri="{FF2B5EF4-FFF2-40B4-BE49-F238E27FC236}">
                <a16:creationId xmlns:a16="http://schemas.microsoft.com/office/drawing/2014/main" id="{D1EA72DC-3C9C-1B88-982E-51F1C78EA47F}"/>
              </a:ext>
            </a:extLst>
          </p:cNvPr>
          <p:cNvCxnSpPr>
            <a:cxnSpLocks/>
            <a:stCxn id="19" idx="3"/>
            <a:endCxn id="5" idx="1"/>
          </p:cNvCxnSpPr>
          <p:nvPr/>
        </p:nvCxnSpPr>
        <p:spPr>
          <a:xfrm flipV="1">
            <a:off x="7807306" y="3708645"/>
            <a:ext cx="596411" cy="981745"/>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7" name="Connecteur droit 46">
            <a:extLst>
              <a:ext uri="{FF2B5EF4-FFF2-40B4-BE49-F238E27FC236}">
                <a16:creationId xmlns:a16="http://schemas.microsoft.com/office/drawing/2014/main" id="{D797B98A-A5BD-C53E-7B70-D37146D1F4AF}"/>
              </a:ext>
            </a:extLst>
          </p:cNvPr>
          <p:cNvCxnSpPr>
            <a:cxnSpLocks/>
            <a:stCxn id="19" idx="3"/>
            <a:endCxn id="26" idx="1"/>
          </p:cNvCxnSpPr>
          <p:nvPr/>
        </p:nvCxnSpPr>
        <p:spPr>
          <a:xfrm>
            <a:off x="7807306" y="4690390"/>
            <a:ext cx="686963" cy="1005864"/>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9" name="Connecteur droit 48">
            <a:extLst>
              <a:ext uri="{FF2B5EF4-FFF2-40B4-BE49-F238E27FC236}">
                <a16:creationId xmlns:a16="http://schemas.microsoft.com/office/drawing/2014/main" id="{D4E3FDA5-567A-8C41-B958-BC17CDEB47D7}"/>
              </a:ext>
            </a:extLst>
          </p:cNvPr>
          <p:cNvCxnSpPr>
            <a:cxnSpLocks/>
            <a:stCxn id="6" idx="3"/>
            <a:endCxn id="18" idx="1"/>
          </p:cNvCxnSpPr>
          <p:nvPr/>
        </p:nvCxnSpPr>
        <p:spPr>
          <a:xfrm>
            <a:off x="7783111" y="3708645"/>
            <a:ext cx="611995" cy="981745"/>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50" name="Connecteur droit 49">
            <a:extLst>
              <a:ext uri="{FF2B5EF4-FFF2-40B4-BE49-F238E27FC236}">
                <a16:creationId xmlns:a16="http://schemas.microsoft.com/office/drawing/2014/main" id="{C4D25840-A837-4BA7-8660-14D6C06AB95F}"/>
              </a:ext>
            </a:extLst>
          </p:cNvPr>
          <p:cNvCxnSpPr>
            <a:cxnSpLocks/>
            <a:stCxn id="6" idx="3"/>
            <a:endCxn id="26" idx="1"/>
          </p:cNvCxnSpPr>
          <p:nvPr/>
        </p:nvCxnSpPr>
        <p:spPr>
          <a:xfrm>
            <a:off x="7783111" y="3708645"/>
            <a:ext cx="711158" cy="1987609"/>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sp>
        <p:nvSpPr>
          <p:cNvPr id="64" name="Flèche : droite rayée 63">
            <a:extLst>
              <a:ext uri="{FF2B5EF4-FFF2-40B4-BE49-F238E27FC236}">
                <a16:creationId xmlns:a16="http://schemas.microsoft.com/office/drawing/2014/main" id="{797CB428-D000-35AC-134F-F30083365AEC}"/>
              </a:ext>
            </a:extLst>
          </p:cNvPr>
          <p:cNvSpPr/>
          <p:nvPr/>
        </p:nvSpPr>
        <p:spPr>
          <a:xfrm>
            <a:off x="5470675" y="3848378"/>
            <a:ext cx="1054399" cy="1550736"/>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025381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9D01-B1B9-A118-E2A6-9EAE7A87FB6D}"/>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7AB251B7-3904-E75F-CB82-ADB6B79743AC}"/>
              </a:ext>
            </a:extLst>
          </p:cNvPr>
          <p:cNvSpPr>
            <a:spLocks noGrp="1"/>
          </p:cNvSpPr>
          <p:nvPr>
            <p:ph type="sldNum" sz="quarter" idx="16"/>
          </p:nvPr>
        </p:nvSpPr>
        <p:spPr/>
        <p:txBody>
          <a:bodyPr/>
          <a:lstStyle/>
          <a:p>
            <a:fld id="{167A0328-A2CC-4110-85D0-A410FFB4F3E3}" type="slidenum">
              <a:rPr lang="fr-FR" smtClean="0"/>
              <a:pPr/>
              <a:t>15</a:t>
            </a:fld>
            <a:endParaRPr lang="fr-FR" dirty="0"/>
          </a:p>
        </p:txBody>
      </p:sp>
      <p:sp>
        <p:nvSpPr>
          <p:cNvPr id="4" name="Titre 3">
            <a:extLst>
              <a:ext uri="{FF2B5EF4-FFF2-40B4-BE49-F238E27FC236}">
                <a16:creationId xmlns:a16="http://schemas.microsoft.com/office/drawing/2014/main" id="{734C35C0-0876-B77D-7C72-E482F1BED1FD}"/>
              </a:ext>
            </a:extLst>
          </p:cNvPr>
          <p:cNvSpPr>
            <a:spLocks noGrp="1"/>
          </p:cNvSpPr>
          <p:nvPr>
            <p:ph type="title"/>
          </p:nvPr>
        </p:nvSpPr>
        <p:spPr/>
        <p:txBody>
          <a:bodyPr/>
          <a:lstStyle/>
          <a:p>
            <a:r>
              <a:rPr lang="fr-CH" dirty="0"/>
              <a:t>1. </a:t>
            </a:r>
            <a:r>
              <a:rPr lang="fr-CH" dirty="0" err="1"/>
              <a:t>Reducing</a:t>
            </a:r>
            <a:r>
              <a:rPr lang="fr-CH" dirty="0"/>
              <a:t> </a:t>
            </a:r>
            <a:r>
              <a:rPr lang="fr-CH" dirty="0">
                <a:solidFill>
                  <a:srgbClr val="FF0000"/>
                </a:solidFill>
                <a:sym typeface="Wingdings" panose="05000000000000000000" pitchFamily="2" charset="2"/>
              </a:rPr>
              <a:t>Evaluation</a:t>
            </a:r>
            <a:r>
              <a:rPr lang="fr-CH" dirty="0"/>
              <a:t> Time</a:t>
            </a:r>
          </a:p>
        </p:txBody>
      </p:sp>
      <p:sp>
        <p:nvSpPr>
          <p:cNvPr id="23" name="Espace réservé du contenu 22">
            <a:extLst>
              <a:ext uri="{FF2B5EF4-FFF2-40B4-BE49-F238E27FC236}">
                <a16:creationId xmlns:a16="http://schemas.microsoft.com/office/drawing/2014/main" id="{054CC07D-C73A-56B8-28DB-34FBF3C6ADE3}"/>
              </a:ext>
            </a:extLst>
          </p:cNvPr>
          <p:cNvSpPr>
            <a:spLocks noGrp="1"/>
          </p:cNvSpPr>
          <p:nvPr>
            <p:ph sz="quarter" idx="13"/>
          </p:nvPr>
        </p:nvSpPr>
        <p:spPr>
          <a:xfrm>
            <a:off x="901700" y="2089292"/>
            <a:ext cx="5896241" cy="547796"/>
          </a:xfrm>
        </p:spPr>
        <p:txBody>
          <a:bodyPr>
            <a:normAutofit fontScale="92500"/>
          </a:bodyPr>
          <a:lstStyle/>
          <a:p>
            <a:pPr marL="0" indent="0">
              <a:buNone/>
            </a:pPr>
            <a:r>
              <a:rPr lang="fr-CH" dirty="0" err="1"/>
              <a:t>SuperNetwork</a:t>
            </a:r>
            <a:r>
              <a:rPr lang="fr-CH" dirty="0"/>
              <a:t> – </a:t>
            </a:r>
            <a:r>
              <a:rPr lang="fr-CH" dirty="0" err="1"/>
              <a:t>Weight</a:t>
            </a:r>
            <a:r>
              <a:rPr lang="fr-CH" dirty="0"/>
              <a:t>-Sharing </a:t>
            </a:r>
            <a:r>
              <a:rPr lang="fr-CH" dirty="0" err="1"/>
              <a:t>Paradigm</a:t>
            </a:r>
            <a:endParaRPr lang="fr-FR" dirty="0"/>
          </a:p>
        </p:txBody>
      </p:sp>
      <p:pic>
        <p:nvPicPr>
          <p:cNvPr id="2" name="Image 1" descr="Une image contenant roue, Roue de vélo, vélo, conception&#10;&#10;Le contenu généré par l’IA peut être incorrect.">
            <a:extLst>
              <a:ext uri="{FF2B5EF4-FFF2-40B4-BE49-F238E27FC236}">
                <a16:creationId xmlns:a16="http://schemas.microsoft.com/office/drawing/2014/main" id="{5F04077C-BE5B-83C1-DE66-FD38FFB7BE42}"/>
              </a:ext>
            </a:extLst>
          </p:cNvPr>
          <p:cNvPicPr>
            <a:picLocks noChangeAspect="1"/>
          </p:cNvPicPr>
          <p:nvPr/>
        </p:nvPicPr>
        <p:blipFill>
          <a:blip r:embed="rId3"/>
          <a:srcRect l="578" t="5719" r="70515" b="29412"/>
          <a:stretch/>
        </p:blipFill>
        <p:spPr>
          <a:xfrm>
            <a:off x="3967231" y="3114790"/>
            <a:ext cx="1084333" cy="833807"/>
          </a:xfrm>
          <a:prstGeom prst="rect">
            <a:avLst/>
          </a:prstGeom>
        </p:spPr>
      </p:pic>
      <p:pic>
        <p:nvPicPr>
          <p:cNvPr id="5" name="Image 4" descr="Une image contenant roue, Roue de vélo, vélo, conception&#10;&#10;Le contenu généré par l’IA peut être incorrect.">
            <a:extLst>
              <a:ext uri="{FF2B5EF4-FFF2-40B4-BE49-F238E27FC236}">
                <a16:creationId xmlns:a16="http://schemas.microsoft.com/office/drawing/2014/main" id="{DF15734B-B80B-AC56-F400-823B444718F5}"/>
              </a:ext>
            </a:extLst>
          </p:cNvPr>
          <p:cNvPicPr>
            <a:picLocks noChangeAspect="1"/>
          </p:cNvPicPr>
          <p:nvPr/>
        </p:nvPicPr>
        <p:blipFill>
          <a:blip r:embed="rId3"/>
          <a:srcRect l="35402" t="10964" r="35691" b="24167"/>
          <a:stretch/>
        </p:blipFill>
        <p:spPr>
          <a:xfrm>
            <a:off x="2123349" y="3096186"/>
            <a:ext cx="1132724" cy="871018"/>
          </a:xfrm>
          <a:prstGeom prst="rect">
            <a:avLst/>
          </a:prstGeom>
        </p:spPr>
      </p:pic>
      <p:pic>
        <p:nvPicPr>
          <p:cNvPr id="6" name="Image 5" descr="Une image contenant roue, Roue de vélo, vélo, conception&#10;&#10;Le contenu généré par l’IA peut être incorrect.">
            <a:extLst>
              <a:ext uri="{FF2B5EF4-FFF2-40B4-BE49-F238E27FC236}">
                <a16:creationId xmlns:a16="http://schemas.microsoft.com/office/drawing/2014/main" id="{551D1989-4186-E881-748A-213ABE030806}"/>
              </a:ext>
            </a:extLst>
          </p:cNvPr>
          <p:cNvPicPr>
            <a:picLocks noChangeAspect="1"/>
          </p:cNvPicPr>
          <p:nvPr/>
        </p:nvPicPr>
        <p:blipFill>
          <a:blip r:embed="rId3"/>
          <a:srcRect l="72111" t="2927" r="2785" b="25568"/>
          <a:stretch/>
        </p:blipFill>
        <p:spPr>
          <a:xfrm>
            <a:off x="517573" y="3050909"/>
            <a:ext cx="985170" cy="961571"/>
          </a:xfrm>
          <a:prstGeom prst="rect">
            <a:avLst/>
          </a:prstGeom>
        </p:spPr>
      </p:pic>
      <p:pic>
        <p:nvPicPr>
          <p:cNvPr id="18" name="Image 17" descr="Une image contenant roue, Roue de vélo, vélo, conception&#10;&#10;Le contenu généré par l’IA peut être incorrect.">
            <a:extLst>
              <a:ext uri="{FF2B5EF4-FFF2-40B4-BE49-F238E27FC236}">
                <a16:creationId xmlns:a16="http://schemas.microsoft.com/office/drawing/2014/main" id="{629BBF74-AC89-4C33-FAD7-7B954EBB6577}"/>
              </a:ext>
            </a:extLst>
          </p:cNvPr>
          <p:cNvPicPr>
            <a:picLocks noChangeAspect="1"/>
          </p:cNvPicPr>
          <p:nvPr/>
        </p:nvPicPr>
        <p:blipFill>
          <a:blip r:embed="rId3"/>
          <a:srcRect l="578" t="5719" r="70515" b="29412"/>
          <a:stretch/>
        </p:blipFill>
        <p:spPr>
          <a:xfrm>
            <a:off x="2114738" y="4096536"/>
            <a:ext cx="1084333" cy="833807"/>
          </a:xfrm>
          <a:prstGeom prst="rect">
            <a:avLst/>
          </a:prstGeom>
        </p:spPr>
      </p:pic>
      <p:pic>
        <p:nvPicPr>
          <p:cNvPr id="19" name="Image 18" descr="Une image contenant roue, Roue de vélo, vélo, conception&#10;&#10;Le contenu généré par l’IA peut être incorrect.">
            <a:extLst>
              <a:ext uri="{FF2B5EF4-FFF2-40B4-BE49-F238E27FC236}">
                <a16:creationId xmlns:a16="http://schemas.microsoft.com/office/drawing/2014/main" id="{D27A6E23-85BC-3FC9-7CE4-DF0558FCBB49}"/>
              </a:ext>
            </a:extLst>
          </p:cNvPr>
          <p:cNvPicPr>
            <a:picLocks noChangeAspect="1"/>
          </p:cNvPicPr>
          <p:nvPr/>
        </p:nvPicPr>
        <p:blipFill>
          <a:blip r:embed="rId3"/>
          <a:srcRect l="35402" t="10964" r="35691" b="24167"/>
          <a:stretch/>
        </p:blipFill>
        <p:spPr>
          <a:xfrm>
            <a:off x="394214" y="4077931"/>
            <a:ext cx="1132724" cy="871018"/>
          </a:xfrm>
          <a:prstGeom prst="rect">
            <a:avLst/>
          </a:prstGeom>
        </p:spPr>
      </p:pic>
      <p:pic>
        <p:nvPicPr>
          <p:cNvPr id="20" name="Image 19" descr="Une image contenant roue, Roue de vélo, vélo, conception&#10;&#10;Le contenu généré par l’IA peut être incorrect.">
            <a:extLst>
              <a:ext uri="{FF2B5EF4-FFF2-40B4-BE49-F238E27FC236}">
                <a16:creationId xmlns:a16="http://schemas.microsoft.com/office/drawing/2014/main" id="{D01D0D1D-B833-BA30-7E2E-9779D1F25AF2}"/>
              </a:ext>
            </a:extLst>
          </p:cNvPr>
          <p:cNvPicPr>
            <a:picLocks noChangeAspect="1"/>
          </p:cNvPicPr>
          <p:nvPr/>
        </p:nvPicPr>
        <p:blipFill>
          <a:blip r:embed="rId3"/>
          <a:srcRect l="72111" t="2927" r="2785" b="25568"/>
          <a:stretch/>
        </p:blipFill>
        <p:spPr>
          <a:xfrm>
            <a:off x="4033588" y="4022742"/>
            <a:ext cx="985170" cy="961571"/>
          </a:xfrm>
          <a:prstGeom prst="rect">
            <a:avLst/>
          </a:prstGeom>
        </p:spPr>
      </p:pic>
      <p:pic>
        <p:nvPicPr>
          <p:cNvPr id="24" name="Image 23" descr="Une image contenant roue, Roue de vélo, vélo, conception&#10;&#10;Le contenu généré par l’IA peut être incorrect.">
            <a:extLst>
              <a:ext uri="{FF2B5EF4-FFF2-40B4-BE49-F238E27FC236}">
                <a16:creationId xmlns:a16="http://schemas.microsoft.com/office/drawing/2014/main" id="{E547C5DB-ABF3-CB46-FF4F-F2E4C44B004C}"/>
              </a:ext>
            </a:extLst>
          </p:cNvPr>
          <p:cNvPicPr>
            <a:picLocks noChangeAspect="1"/>
          </p:cNvPicPr>
          <p:nvPr/>
        </p:nvPicPr>
        <p:blipFill>
          <a:blip r:embed="rId3"/>
          <a:srcRect l="578" t="5719" r="70515" b="29412"/>
          <a:stretch/>
        </p:blipFill>
        <p:spPr>
          <a:xfrm>
            <a:off x="418410" y="5102399"/>
            <a:ext cx="1084333" cy="833807"/>
          </a:xfrm>
          <a:prstGeom prst="rect">
            <a:avLst/>
          </a:prstGeom>
        </p:spPr>
      </p:pic>
      <p:pic>
        <p:nvPicPr>
          <p:cNvPr id="25" name="Image 24" descr="Une image contenant roue, Roue de vélo, vélo, conception&#10;&#10;Le contenu généré par l’IA peut être incorrect.">
            <a:extLst>
              <a:ext uri="{FF2B5EF4-FFF2-40B4-BE49-F238E27FC236}">
                <a16:creationId xmlns:a16="http://schemas.microsoft.com/office/drawing/2014/main" id="{6B52AFE0-E303-FFD3-CA47-36653FCC8AD4}"/>
              </a:ext>
            </a:extLst>
          </p:cNvPr>
          <p:cNvPicPr>
            <a:picLocks noChangeAspect="1"/>
          </p:cNvPicPr>
          <p:nvPr/>
        </p:nvPicPr>
        <p:blipFill>
          <a:blip r:embed="rId3"/>
          <a:srcRect l="35402" t="10964" r="35691" b="24167"/>
          <a:stretch/>
        </p:blipFill>
        <p:spPr>
          <a:xfrm>
            <a:off x="4004208" y="5097573"/>
            <a:ext cx="1132724" cy="871018"/>
          </a:xfrm>
          <a:prstGeom prst="rect">
            <a:avLst/>
          </a:prstGeom>
        </p:spPr>
      </p:pic>
      <p:pic>
        <p:nvPicPr>
          <p:cNvPr id="26" name="Image 25" descr="Une image contenant roue, Roue de vélo, vélo, conception&#10;&#10;Le contenu généré par l’IA peut être incorrect.">
            <a:extLst>
              <a:ext uri="{FF2B5EF4-FFF2-40B4-BE49-F238E27FC236}">
                <a16:creationId xmlns:a16="http://schemas.microsoft.com/office/drawing/2014/main" id="{22E83054-F354-C228-6FA7-2AC43559B2A6}"/>
              </a:ext>
            </a:extLst>
          </p:cNvPr>
          <p:cNvPicPr>
            <a:picLocks noChangeAspect="1"/>
          </p:cNvPicPr>
          <p:nvPr/>
        </p:nvPicPr>
        <p:blipFill>
          <a:blip r:embed="rId3"/>
          <a:srcRect l="72111" t="2927" r="2785" b="25568"/>
          <a:stretch/>
        </p:blipFill>
        <p:spPr>
          <a:xfrm>
            <a:off x="2213901" y="5038518"/>
            <a:ext cx="985170" cy="961571"/>
          </a:xfrm>
          <a:prstGeom prst="rect">
            <a:avLst/>
          </a:prstGeom>
        </p:spPr>
      </p:pic>
      <p:cxnSp>
        <p:nvCxnSpPr>
          <p:cNvPr id="27" name="Connecteur droit 26">
            <a:extLst>
              <a:ext uri="{FF2B5EF4-FFF2-40B4-BE49-F238E27FC236}">
                <a16:creationId xmlns:a16="http://schemas.microsoft.com/office/drawing/2014/main" id="{F5EF616F-217B-AA5F-B4ED-557510F09851}"/>
              </a:ext>
            </a:extLst>
          </p:cNvPr>
          <p:cNvCxnSpPr>
            <a:cxnSpLocks/>
            <a:stCxn id="6" idx="3"/>
            <a:endCxn id="5" idx="1"/>
          </p:cNvCxnSpPr>
          <p:nvPr/>
        </p:nvCxnSpPr>
        <p:spPr>
          <a:xfrm>
            <a:off x="1502743" y="3531695"/>
            <a:ext cx="620606" cy="0"/>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93C0C770-1B9A-1F0D-26C5-1EBC84252D3B}"/>
              </a:ext>
            </a:extLst>
          </p:cNvPr>
          <p:cNvCxnSpPr>
            <a:cxnSpLocks/>
            <a:stCxn id="19" idx="3"/>
            <a:endCxn id="18" idx="1"/>
          </p:cNvCxnSpPr>
          <p:nvPr/>
        </p:nvCxnSpPr>
        <p:spPr>
          <a:xfrm>
            <a:off x="1526938" y="4513440"/>
            <a:ext cx="587800" cy="0"/>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24119A67-64E6-F091-B89C-63B05CD4C443}"/>
              </a:ext>
            </a:extLst>
          </p:cNvPr>
          <p:cNvCxnSpPr>
            <a:cxnSpLocks/>
            <a:stCxn id="24" idx="3"/>
            <a:endCxn id="26" idx="1"/>
          </p:cNvCxnSpPr>
          <p:nvPr/>
        </p:nvCxnSpPr>
        <p:spPr>
          <a:xfrm>
            <a:off x="1502743" y="5519303"/>
            <a:ext cx="711158" cy="1"/>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0" name="Connecteur droit 29">
            <a:extLst>
              <a:ext uri="{FF2B5EF4-FFF2-40B4-BE49-F238E27FC236}">
                <a16:creationId xmlns:a16="http://schemas.microsoft.com/office/drawing/2014/main" id="{C7DC300E-5AB3-662F-2460-10F7ACE42900}"/>
              </a:ext>
            </a:extLst>
          </p:cNvPr>
          <p:cNvCxnSpPr>
            <a:cxnSpLocks/>
            <a:stCxn id="24" idx="3"/>
            <a:endCxn id="18" idx="1"/>
          </p:cNvCxnSpPr>
          <p:nvPr/>
        </p:nvCxnSpPr>
        <p:spPr>
          <a:xfrm flipV="1">
            <a:off x="1502743" y="4513440"/>
            <a:ext cx="611995" cy="1005863"/>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082D4194-C9A4-B21D-A815-7807340A6B16}"/>
              </a:ext>
            </a:extLst>
          </p:cNvPr>
          <p:cNvCxnSpPr>
            <a:cxnSpLocks/>
            <a:stCxn id="24" idx="3"/>
            <a:endCxn id="5" idx="1"/>
          </p:cNvCxnSpPr>
          <p:nvPr/>
        </p:nvCxnSpPr>
        <p:spPr>
          <a:xfrm flipV="1">
            <a:off x="1502743" y="3531695"/>
            <a:ext cx="620606" cy="1987608"/>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3" name="Connecteur droit 32">
            <a:extLst>
              <a:ext uri="{FF2B5EF4-FFF2-40B4-BE49-F238E27FC236}">
                <a16:creationId xmlns:a16="http://schemas.microsoft.com/office/drawing/2014/main" id="{45032C08-1167-0128-8A82-65DBB4CF429C}"/>
              </a:ext>
            </a:extLst>
          </p:cNvPr>
          <p:cNvCxnSpPr>
            <a:cxnSpLocks/>
            <a:stCxn id="26" idx="3"/>
            <a:endCxn id="2" idx="1"/>
          </p:cNvCxnSpPr>
          <p:nvPr/>
        </p:nvCxnSpPr>
        <p:spPr>
          <a:xfrm flipV="1">
            <a:off x="3199071" y="3531694"/>
            <a:ext cx="768160" cy="1987610"/>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4" name="Connecteur droit 33">
            <a:extLst>
              <a:ext uri="{FF2B5EF4-FFF2-40B4-BE49-F238E27FC236}">
                <a16:creationId xmlns:a16="http://schemas.microsoft.com/office/drawing/2014/main" id="{34C18542-ABA9-6783-BBEB-301F0C8F4D95}"/>
              </a:ext>
            </a:extLst>
          </p:cNvPr>
          <p:cNvCxnSpPr>
            <a:cxnSpLocks/>
            <a:endCxn id="20" idx="1"/>
          </p:cNvCxnSpPr>
          <p:nvPr/>
        </p:nvCxnSpPr>
        <p:spPr>
          <a:xfrm flipV="1">
            <a:off x="3223267" y="4503528"/>
            <a:ext cx="810321" cy="1069982"/>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6" name="Connecteur droit 35">
            <a:extLst>
              <a:ext uri="{FF2B5EF4-FFF2-40B4-BE49-F238E27FC236}">
                <a16:creationId xmlns:a16="http://schemas.microsoft.com/office/drawing/2014/main" id="{AFD21A0E-130A-F177-720A-C86A5E44BA51}"/>
              </a:ext>
            </a:extLst>
          </p:cNvPr>
          <p:cNvCxnSpPr>
            <a:cxnSpLocks/>
            <a:stCxn id="5" idx="3"/>
            <a:endCxn id="2" idx="1"/>
          </p:cNvCxnSpPr>
          <p:nvPr/>
        </p:nvCxnSpPr>
        <p:spPr>
          <a:xfrm flipV="1">
            <a:off x="3256073" y="3531694"/>
            <a:ext cx="711158" cy="1"/>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7" name="Connecteur droit 36">
            <a:extLst>
              <a:ext uri="{FF2B5EF4-FFF2-40B4-BE49-F238E27FC236}">
                <a16:creationId xmlns:a16="http://schemas.microsoft.com/office/drawing/2014/main" id="{4E9655B9-7BC8-9CC7-E8C1-A113FD50BC69}"/>
              </a:ext>
            </a:extLst>
          </p:cNvPr>
          <p:cNvCxnSpPr>
            <a:cxnSpLocks/>
          </p:cNvCxnSpPr>
          <p:nvPr/>
        </p:nvCxnSpPr>
        <p:spPr>
          <a:xfrm flipV="1">
            <a:off x="3169691" y="4497366"/>
            <a:ext cx="834517" cy="9912"/>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9" name="Connecteur droit 38">
            <a:extLst>
              <a:ext uri="{FF2B5EF4-FFF2-40B4-BE49-F238E27FC236}">
                <a16:creationId xmlns:a16="http://schemas.microsoft.com/office/drawing/2014/main" id="{1D96B700-2233-78D5-E74F-51DBEAECA53D}"/>
              </a:ext>
            </a:extLst>
          </p:cNvPr>
          <p:cNvCxnSpPr>
            <a:cxnSpLocks/>
            <a:stCxn id="26" idx="3"/>
            <a:endCxn id="25" idx="1"/>
          </p:cNvCxnSpPr>
          <p:nvPr/>
        </p:nvCxnSpPr>
        <p:spPr>
          <a:xfrm>
            <a:off x="3199071" y="5519304"/>
            <a:ext cx="805137" cy="13778"/>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0" name="Connecteur droit 39">
            <a:extLst>
              <a:ext uri="{FF2B5EF4-FFF2-40B4-BE49-F238E27FC236}">
                <a16:creationId xmlns:a16="http://schemas.microsoft.com/office/drawing/2014/main" id="{5566077A-86A1-03AE-B487-D59A9C29EC00}"/>
              </a:ext>
            </a:extLst>
          </p:cNvPr>
          <p:cNvCxnSpPr>
            <a:cxnSpLocks/>
            <a:stCxn id="18" idx="3"/>
            <a:endCxn id="25" idx="1"/>
          </p:cNvCxnSpPr>
          <p:nvPr/>
        </p:nvCxnSpPr>
        <p:spPr>
          <a:xfrm>
            <a:off x="3199071" y="4513440"/>
            <a:ext cx="805137" cy="1019642"/>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1" name="Connecteur droit 40">
            <a:extLst>
              <a:ext uri="{FF2B5EF4-FFF2-40B4-BE49-F238E27FC236}">
                <a16:creationId xmlns:a16="http://schemas.microsoft.com/office/drawing/2014/main" id="{A8688D6F-20D6-79C5-04BE-5CF9B7263B45}"/>
              </a:ext>
            </a:extLst>
          </p:cNvPr>
          <p:cNvCxnSpPr>
            <a:cxnSpLocks/>
            <a:stCxn id="5" idx="3"/>
            <a:endCxn id="25" idx="1"/>
          </p:cNvCxnSpPr>
          <p:nvPr/>
        </p:nvCxnSpPr>
        <p:spPr>
          <a:xfrm>
            <a:off x="3256073" y="3531695"/>
            <a:ext cx="748135" cy="2001387"/>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3" name="Connecteur droit 42">
            <a:extLst>
              <a:ext uri="{FF2B5EF4-FFF2-40B4-BE49-F238E27FC236}">
                <a16:creationId xmlns:a16="http://schemas.microsoft.com/office/drawing/2014/main" id="{BCBF14EE-CDF2-6DB6-A8F9-C8844A88A962}"/>
              </a:ext>
            </a:extLst>
          </p:cNvPr>
          <p:cNvCxnSpPr>
            <a:cxnSpLocks/>
            <a:stCxn id="5" idx="3"/>
            <a:endCxn id="20" idx="1"/>
          </p:cNvCxnSpPr>
          <p:nvPr/>
        </p:nvCxnSpPr>
        <p:spPr>
          <a:xfrm>
            <a:off x="3256073" y="3531695"/>
            <a:ext cx="777515" cy="971833"/>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44" name="Connecteur droit 43">
            <a:extLst>
              <a:ext uri="{FF2B5EF4-FFF2-40B4-BE49-F238E27FC236}">
                <a16:creationId xmlns:a16="http://schemas.microsoft.com/office/drawing/2014/main" id="{C83E71F4-0337-B2DD-C810-242AB4000A58}"/>
              </a:ext>
            </a:extLst>
          </p:cNvPr>
          <p:cNvCxnSpPr>
            <a:cxnSpLocks/>
            <a:stCxn id="18" idx="3"/>
            <a:endCxn id="2" idx="1"/>
          </p:cNvCxnSpPr>
          <p:nvPr/>
        </p:nvCxnSpPr>
        <p:spPr>
          <a:xfrm flipV="1">
            <a:off x="3199071" y="3531694"/>
            <a:ext cx="768160" cy="981746"/>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6" name="Connecteur droit 45">
            <a:extLst>
              <a:ext uri="{FF2B5EF4-FFF2-40B4-BE49-F238E27FC236}">
                <a16:creationId xmlns:a16="http://schemas.microsoft.com/office/drawing/2014/main" id="{9CBDE31B-E4AE-E85E-5347-2D1F6624D4BA}"/>
              </a:ext>
            </a:extLst>
          </p:cNvPr>
          <p:cNvCxnSpPr>
            <a:cxnSpLocks/>
            <a:stCxn id="19" idx="3"/>
            <a:endCxn id="5" idx="1"/>
          </p:cNvCxnSpPr>
          <p:nvPr/>
        </p:nvCxnSpPr>
        <p:spPr>
          <a:xfrm flipV="1">
            <a:off x="1526938" y="3531695"/>
            <a:ext cx="596411" cy="981745"/>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7" name="Connecteur droit 46">
            <a:extLst>
              <a:ext uri="{FF2B5EF4-FFF2-40B4-BE49-F238E27FC236}">
                <a16:creationId xmlns:a16="http://schemas.microsoft.com/office/drawing/2014/main" id="{F1C47294-1DC2-70A4-F18F-E0BE8849C72A}"/>
              </a:ext>
            </a:extLst>
          </p:cNvPr>
          <p:cNvCxnSpPr>
            <a:cxnSpLocks/>
            <a:stCxn id="19" idx="3"/>
            <a:endCxn id="26" idx="1"/>
          </p:cNvCxnSpPr>
          <p:nvPr/>
        </p:nvCxnSpPr>
        <p:spPr>
          <a:xfrm>
            <a:off x="1526938" y="4513440"/>
            <a:ext cx="686963" cy="1005864"/>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9" name="Connecteur droit 48">
            <a:extLst>
              <a:ext uri="{FF2B5EF4-FFF2-40B4-BE49-F238E27FC236}">
                <a16:creationId xmlns:a16="http://schemas.microsoft.com/office/drawing/2014/main" id="{3EE43688-67E9-0DAD-9707-80FD50DA236A}"/>
              </a:ext>
            </a:extLst>
          </p:cNvPr>
          <p:cNvCxnSpPr>
            <a:cxnSpLocks/>
            <a:stCxn id="6" idx="3"/>
            <a:endCxn id="18" idx="1"/>
          </p:cNvCxnSpPr>
          <p:nvPr/>
        </p:nvCxnSpPr>
        <p:spPr>
          <a:xfrm>
            <a:off x="1502743" y="3531695"/>
            <a:ext cx="611995" cy="981745"/>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50" name="Connecteur droit 49">
            <a:extLst>
              <a:ext uri="{FF2B5EF4-FFF2-40B4-BE49-F238E27FC236}">
                <a16:creationId xmlns:a16="http://schemas.microsoft.com/office/drawing/2014/main" id="{88478854-DF27-1DBF-1562-22EF2E913DB0}"/>
              </a:ext>
            </a:extLst>
          </p:cNvPr>
          <p:cNvCxnSpPr>
            <a:cxnSpLocks/>
            <a:stCxn id="6" idx="3"/>
            <a:endCxn id="26" idx="1"/>
          </p:cNvCxnSpPr>
          <p:nvPr/>
        </p:nvCxnSpPr>
        <p:spPr>
          <a:xfrm>
            <a:off x="1502743" y="3531695"/>
            <a:ext cx="711158" cy="1987609"/>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pic>
        <p:nvPicPr>
          <p:cNvPr id="7" name="Image 6" descr="Une image contenant roue, Roue de vélo, vélo, conception&#10;&#10;Le contenu généré par l’IA peut être incorrect.">
            <a:extLst>
              <a:ext uri="{FF2B5EF4-FFF2-40B4-BE49-F238E27FC236}">
                <a16:creationId xmlns:a16="http://schemas.microsoft.com/office/drawing/2014/main" id="{556B6AD1-D7CF-26BD-3866-FB20BDA4B547}"/>
              </a:ext>
            </a:extLst>
          </p:cNvPr>
          <p:cNvPicPr>
            <a:picLocks noChangeAspect="1"/>
          </p:cNvPicPr>
          <p:nvPr/>
        </p:nvPicPr>
        <p:blipFill>
          <a:blip r:embed="rId3"/>
          <a:srcRect l="578" t="5719" r="70515" b="29412"/>
          <a:stretch/>
        </p:blipFill>
        <p:spPr>
          <a:xfrm>
            <a:off x="7069412" y="4116029"/>
            <a:ext cx="1084333" cy="833807"/>
          </a:xfrm>
          <a:prstGeom prst="rect">
            <a:avLst/>
          </a:prstGeom>
        </p:spPr>
      </p:pic>
      <p:pic>
        <p:nvPicPr>
          <p:cNvPr id="51" name="Image 50" descr="Une image contenant roue, Roue de vélo, vélo, conception&#10;&#10;Le contenu généré par l’IA peut être incorrect.">
            <a:extLst>
              <a:ext uri="{FF2B5EF4-FFF2-40B4-BE49-F238E27FC236}">
                <a16:creationId xmlns:a16="http://schemas.microsoft.com/office/drawing/2014/main" id="{EAF02F5F-D437-0753-E68B-21E534FB844A}"/>
              </a:ext>
            </a:extLst>
          </p:cNvPr>
          <p:cNvPicPr>
            <a:picLocks noChangeAspect="1"/>
          </p:cNvPicPr>
          <p:nvPr/>
        </p:nvPicPr>
        <p:blipFill>
          <a:blip r:embed="rId3"/>
          <a:srcRect l="35402" t="10964" r="35691" b="24167"/>
          <a:stretch/>
        </p:blipFill>
        <p:spPr>
          <a:xfrm>
            <a:off x="8596749" y="4097424"/>
            <a:ext cx="1132724" cy="871018"/>
          </a:xfrm>
          <a:prstGeom prst="rect">
            <a:avLst/>
          </a:prstGeom>
        </p:spPr>
      </p:pic>
      <p:pic>
        <p:nvPicPr>
          <p:cNvPr id="52" name="Image 51" descr="Une image contenant roue, Roue de vélo, vélo, conception&#10;&#10;Le contenu généré par l’IA peut être incorrect.">
            <a:extLst>
              <a:ext uri="{FF2B5EF4-FFF2-40B4-BE49-F238E27FC236}">
                <a16:creationId xmlns:a16="http://schemas.microsoft.com/office/drawing/2014/main" id="{14678E03-4C90-0910-2152-0CF06C63641D}"/>
              </a:ext>
            </a:extLst>
          </p:cNvPr>
          <p:cNvPicPr>
            <a:picLocks noChangeAspect="1"/>
          </p:cNvPicPr>
          <p:nvPr/>
        </p:nvPicPr>
        <p:blipFill>
          <a:blip r:embed="rId3"/>
          <a:srcRect l="72111" t="2927" r="2785" b="25568"/>
          <a:stretch/>
        </p:blipFill>
        <p:spPr>
          <a:xfrm>
            <a:off x="10172477" y="4052146"/>
            <a:ext cx="985170" cy="961571"/>
          </a:xfrm>
          <a:prstGeom prst="rect">
            <a:avLst/>
          </a:prstGeom>
        </p:spPr>
      </p:pic>
      <p:cxnSp>
        <p:nvCxnSpPr>
          <p:cNvPr id="54" name="Connecteur droit 53">
            <a:extLst>
              <a:ext uri="{FF2B5EF4-FFF2-40B4-BE49-F238E27FC236}">
                <a16:creationId xmlns:a16="http://schemas.microsoft.com/office/drawing/2014/main" id="{4C73F50A-9633-D907-7AE4-F6A0CA100321}"/>
              </a:ext>
            </a:extLst>
          </p:cNvPr>
          <p:cNvCxnSpPr>
            <a:cxnSpLocks/>
            <a:stCxn id="7" idx="3"/>
            <a:endCxn id="51" idx="1"/>
          </p:cNvCxnSpPr>
          <p:nvPr/>
        </p:nvCxnSpPr>
        <p:spPr>
          <a:xfrm>
            <a:off x="8153745" y="4532933"/>
            <a:ext cx="443004"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55" name="Connecteur droit 54">
            <a:extLst>
              <a:ext uri="{FF2B5EF4-FFF2-40B4-BE49-F238E27FC236}">
                <a16:creationId xmlns:a16="http://schemas.microsoft.com/office/drawing/2014/main" id="{09772BC4-78FF-4878-B3A7-318E2C728E3B}"/>
              </a:ext>
            </a:extLst>
          </p:cNvPr>
          <p:cNvCxnSpPr>
            <a:cxnSpLocks/>
            <a:stCxn id="51" idx="3"/>
            <a:endCxn id="52" idx="1"/>
          </p:cNvCxnSpPr>
          <p:nvPr/>
        </p:nvCxnSpPr>
        <p:spPr>
          <a:xfrm flipV="1">
            <a:off x="9729473" y="4532932"/>
            <a:ext cx="443004" cy="1"/>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73" name="Flèche : droite rayée 72">
            <a:extLst>
              <a:ext uri="{FF2B5EF4-FFF2-40B4-BE49-F238E27FC236}">
                <a16:creationId xmlns:a16="http://schemas.microsoft.com/office/drawing/2014/main" id="{DE21D7F8-9A66-82F7-3CBE-40CE4EDF32CC}"/>
              </a:ext>
            </a:extLst>
          </p:cNvPr>
          <p:cNvSpPr/>
          <p:nvPr/>
        </p:nvSpPr>
        <p:spPr>
          <a:xfrm>
            <a:off x="5692729" y="3847199"/>
            <a:ext cx="1054399" cy="1550736"/>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83377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par>
                                <p:cTn id="17" presetID="22" presetClass="entr" presetSubtype="8"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par>
                                <p:cTn id="20" presetID="22" presetClass="entr" presetSubtype="8"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par>
                                <p:cTn id="23" presetID="22" presetClass="entr" presetSubtype="8"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par>
                                <p:cTn id="26" presetID="22" presetClass="entr" presetSubtype="8" fill="hold" nodeType="with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wipe(left)">
                                      <p:cBhvr>
                                        <p:cTn id="28" dur="500"/>
                                        <p:tgtEl>
                                          <p:spTgt spid="51"/>
                                        </p:tgtEl>
                                      </p:cBhvr>
                                    </p:animEffect>
                                  </p:childTnLst>
                                </p:cTn>
                              </p:par>
                              <p:par>
                                <p:cTn id="29" presetID="22" presetClass="entr" presetSubtype="8"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wipe(left)">
                                      <p:cBhvr>
                                        <p:cTn id="3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4CFB9-4A32-1DF9-035A-62C71195E25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94F3641-3214-5B69-0D9D-A1D90AC49E5A}"/>
              </a:ext>
            </a:extLst>
          </p:cNvPr>
          <p:cNvSpPr>
            <a:spLocks noGrp="1"/>
          </p:cNvSpPr>
          <p:nvPr>
            <p:ph type="sldNum" sz="quarter" idx="16"/>
          </p:nvPr>
        </p:nvSpPr>
        <p:spPr/>
        <p:txBody>
          <a:bodyPr/>
          <a:lstStyle/>
          <a:p>
            <a:fld id="{167A0328-A2CC-4110-85D0-A410FFB4F3E3}" type="slidenum">
              <a:rPr lang="fr-FR" smtClean="0"/>
              <a:pPr/>
              <a:t>16</a:t>
            </a:fld>
            <a:endParaRPr lang="fr-FR" dirty="0"/>
          </a:p>
        </p:txBody>
      </p:sp>
      <p:sp>
        <p:nvSpPr>
          <p:cNvPr id="4" name="Titre 3">
            <a:extLst>
              <a:ext uri="{FF2B5EF4-FFF2-40B4-BE49-F238E27FC236}">
                <a16:creationId xmlns:a16="http://schemas.microsoft.com/office/drawing/2014/main" id="{2189BE6C-87EE-93CA-9A28-2B743C9FDFAB}"/>
              </a:ext>
            </a:extLst>
          </p:cNvPr>
          <p:cNvSpPr>
            <a:spLocks noGrp="1"/>
          </p:cNvSpPr>
          <p:nvPr>
            <p:ph type="title"/>
          </p:nvPr>
        </p:nvSpPr>
        <p:spPr/>
        <p:txBody>
          <a:bodyPr/>
          <a:lstStyle/>
          <a:p>
            <a:r>
              <a:rPr lang="fr-CH" dirty="0"/>
              <a:t>1. </a:t>
            </a:r>
            <a:r>
              <a:rPr lang="fr-CH" dirty="0" err="1"/>
              <a:t>Reducing</a:t>
            </a:r>
            <a:r>
              <a:rPr lang="fr-CH" dirty="0"/>
              <a:t> </a:t>
            </a:r>
            <a:r>
              <a:rPr lang="fr-CH" dirty="0">
                <a:solidFill>
                  <a:srgbClr val="FF0000"/>
                </a:solidFill>
                <a:sym typeface="Wingdings" panose="05000000000000000000" pitchFamily="2" charset="2"/>
              </a:rPr>
              <a:t>Evaluation</a:t>
            </a:r>
            <a:r>
              <a:rPr lang="fr-CH" dirty="0"/>
              <a:t> Time</a:t>
            </a:r>
          </a:p>
        </p:txBody>
      </p:sp>
      <p:sp>
        <p:nvSpPr>
          <p:cNvPr id="23" name="Espace réservé du contenu 22">
            <a:extLst>
              <a:ext uri="{FF2B5EF4-FFF2-40B4-BE49-F238E27FC236}">
                <a16:creationId xmlns:a16="http://schemas.microsoft.com/office/drawing/2014/main" id="{82AEE334-A7EA-CF4D-89DD-F00D23CE5DA2}"/>
              </a:ext>
            </a:extLst>
          </p:cNvPr>
          <p:cNvSpPr>
            <a:spLocks noGrp="1"/>
          </p:cNvSpPr>
          <p:nvPr>
            <p:ph sz="quarter" idx="13"/>
          </p:nvPr>
        </p:nvSpPr>
        <p:spPr>
          <a:xfrm>
            <a:off x="901700" y="2089292"/>
            <a:ext cx="5896241" cy="547796"/>
          </a:xfrm>
        </p:spPr>
        <p:txBody>
          <a:bodyPr>
            <a:normAutofit fontScale="92500"/>
          </a:bodyPr>
          <a:lstStyle/>
          <a:p>
            <a:pPr marL="0" indent="0">
              <a:buNone/>
            </a:pPr>
            <a:r>
              <a:rPr lang="fr-CH" dirty="0" err="1"/>
              <a:t>SuperNetwork</a:t>
            </a:r>
            <a:r>
              <a:rPr lang="fr-CH" dirty="0"/>
              <a:t> – </a:t>
            </a:r>
            <a:r>
              <a:rPr lang="fr-CH" dirty="0" err="1"/>
              <a:t>Weight</a:t>
            </a:r>
            <a:r>
              <a:rPr lang="fr-CH" dirty="0"/>
              <a:t>-Sharing </a:t>
            </a:r>
            <a:r>
              <a:rPr lang="fr-CH" dirty="0" err="1"/>
              <a:t>Paradigm</a:t>
            </a:r>
            <a:endParaRPr lang="fr-FR" dirty="0"/>
          </a:p>
        </p:txBody>
      </p:sp>
      <p:grpSp>
        <p:nvGrpSpPr>
          <p:cNvPr id="8" name="Groupe 7">
            <a:extLst>
              <a:ext uri="{FF2B5EF4-FFF2-40B4-BE49-F238E27FC236}">
                <a16:creationId xmlns:a16="http://schemas.microsoft.com/office/drawing/2014/main" id="{CD63CCA0-F518-C178-5124-0FFA99637DE9}"/>
              </a:ext>
            </a:extLst>
          </p:cNvPr>
          <p:cNvGrpSpPr/>
          <p:nvPr/>
        </p:nvGrpSpPr>
        <p:grpSpPr>
          <a:xfrm>
            <a:off x="3087944" y="2982585"/>
            <a:ext cx="5787511" cy="1654441"/>
            <a:chOff x="394214" y="3050909"/>
            <a:chExt cx="10763433" cy="2949180"/>
          </a:xfrm>
        </p:grpSpPr>
        <p:pic>
          <p:nvPicPr>
            <p:cNvPr id="2" name="Image 1" descr="Une image contenant roue, Roue de vélo, vélo, conception&#10;&#10;Le contenu généré par l’IA peut être incorrect.">
              <a:extLst>
                <a:ext uri="{FF2B5EF4-FFF2-40B4-BE49-F238E27FC236}">
                  <a16:creationId xmlns:a16="http://schemas.microsoft.com/office/drawing/2014/main" id="{A5BDA00C-6A02-1C28-183D-427F46B25C42}"/>
                </a:ext>
              </a:extLst>
            </p:cNvPr>
            <p:cNvPicPr>
              <a:picLocks noChangeAspect="1"/>
            </p:cNvPicPr>
            <p:nvPr/>
          </p:nvPicPr>
          <p:blipFill>
            <a:blip r:embed="rId3"/>
            <a:srcRect l="578" t="5719" r="70515" b="29412"/>
            <a:stretch/>
          </p:blipFill>
          <p:spPr>
            <a:xfrm>
              <a:off x="3967231" y="3114790"/>
              <a:ext cx="1084333" cy="833807"/>
            </a:xfrm>
            <a:prstGeom prst="rect">
              <a:avLst/>
            </a:prstGeom>
          </p:spPr>
        </p:pic>
        <p:pic>
          <p:nvPicPr>
            <p:cNvPr id="5" name="Image 4" descr="Une image contenant roue, Roue de vélo, vélo, conception&#10;&#10;Le contenu généré par l’IA peut être incorrect.">
              <a:extLst>
                <a:ext uri="{FF2B5EF4-FFF2-40B4-BE49-F238E27FC236}">
                  <a16:creationId xmlns:a16="http://schemas.microsoft.com/office/drawing/2014/main" id="{D8C13248-366D-04D9-A834-D87518F45A7A}"/>
                </a:ext>
              </a:extLst>
            </p:cNvPr>
            <p:cNvPicPr>
              <a:picLocks noChangeAspect="1"/>
            </p:cNvPicPr>
            <p:nvPr/>
          </p:nvPicPr>
          <p:blipFill>
            <a:blip r:embed="rId3"/>
            <a:srcRect l="35402" t="10964" r="35691" b="24167"/>
            <a:stretch/>
          </p:blipFill>
          <p:spPr>
            <a:xfrm>
              <a:off x="2123349" y="3096186"/>
              <a:ext cx="1132724" cy="871018"/>
            </a:xfrm>
            <a:prstGeom prst="rect">
              <a:avLst/>
            </a:prstGeom>
          </p:spPr>
        </p:pic>
        <p:pic>
          <p:nvPicPr>
            <p:cNvPr id="6" name="Image 5" descr="Une image contenant roue, Roue de vélo, vélo, conception&#10;&#10;Le contenu généré par l’IA peut être incorrect.">
              <a:extLst>
                <a:ext uri="{FF2B5EF4-FFF2-40B4-BE49-F238E27FC236}">
                  <a16:creationId xmlns:a16="http://schemas.microsoft.com/office/drawing/2014/main" id="{414A5D43-8B7B-436F-D052-D590BB2E23DB}"/>
                </a:ext>
              </a:extLst>
            </p:cNvPr>
            <p:cNvPicPr>
              <a:picLocks noChangeAspect="1"/>
            </p:cNvPicPr>
            <p:nvPr/>
          </p:nvPicPr>
          <p:blipFill>
            <a:blip r:embed="rId3"/>
            <a:srcRect l="72111" t="2927" r="2785" b="25568"/>
            <a:stretch/>
          </p:blipFill>
          <p:spPr>
            <a:xfrm>
              <a:off x="517573" y="3050909"/>
              <a:ext cx="985170" cy="961571"/>
            </a:xfrm>
            <a:prstGeom prst="rect">
              <a:avLst/>
            </a:prstGeom>
          </p:spPr>
        </p:pic>
        <p:pic>
          <p:nvPicPr>
            <p:cNvPr id="18" name="Image 17" descr="Une image contenant roue, Roue de vélo, vélo, conception&#10;&#10;Le contenu généré par l’IA peut être incorrect.">
              <a:extLst>
                <a:ext uri="{FF2B5EF4-FFF2-40B4-BE49-F238E27FC236}">
                  <a16:creationId xmlns:a16="http://schemas.microsoft.com/office/drawing/2014/main" id="{7AF8632B-8F78-7F4C-1D9B-B37E29D3DC41}"/>
                </a:ext>
              </a:extLst>
            </p:cNvPr>
            <p:cNvPicPr>
              <a:picLocks noChangeAspect="1"/>
            </p:cNvPicPr>
            <p:nvPr/>
          </p:nvPicPr>
          <p:blipFill>
            <a:blip r:embed="rId3"/>
            <a:srcRect l="578" t="5719" r="70515" b="29412"/>
            <a:stretch/>
          </p:blipFill>
          <p:spPr>
            <a:xfrm>
              <a:off x="2114738" y="4096536"/>
              <a:ext cx="1084333" cy="833807"/>
            </a:xfrm>
            <a:prstGeom prst="rect">
              <a:avLst/>
            </a:prstGeom>
          </p:spPr>
        </p:pic>
        <p:pic>
          <p:nvPicPr>
            <p:cNvPr id="19" name="Image 18" descr="Une image contenant roue, Roue de vélo, vélo, conception&#10;&#10;Le contenu généré par l’IA peut être incorrect.">
              <a:extLst>
                <a:ext uri="{FF2B5EF4-FFF2-40B4-BE49-F238E27FC236}">
                  <a16:creationId xmlns:a16="http://schemas.microsoft.com/office/drawing/2014/main" id="{0C6966E9-12E2-FABA-646A-5C9C6E127C3D}"/>
                </a:ext>
              </a:extLst>
            </p:cNvPr>
            <p:cNvPicPr>
              <a:picLocks noChangeAspect="1"/>
            </p:cNvPicPr>
            <p:nvPr/>
          </p:nvPicPr>
          <p:blipFill>
            <a:blip r:embed="rId3"/>
            <a:srcRect l="35402" t="10964" r="35691" b="24167"/>
            <a:stretch/>
          </p:blipFill>
          <p:spPr>
            <a:xfrm>
              <a:off x="394214" y="4077931"/>
              <a:ext cx="1132724" cy="871018"/>
            </a:xfrm>
            <a:prstGeom prst="rect">
              <a:avLst/>
            </a:prstGeom>
          </p:spPr>
        </p:pic>
        <p:pic>
          <p:nvPicPr>
            <p:cNvPr id="20" name="Image 19" descr="Une image contenant roue, Roue de vélo, vélo, conception&#10;&#10;Le contenu généré par l’IA peut être incorrect.">
              <a:extLst>
                <a:ext uri="{FF2B5EF4-FFF2-40B4-BE49-F238E27FC236}">
                  <a16:creationId xmlns:a16="http://schemas.microsoft.com/office/drawing/2014/main" id="{F8424635-7555-F7C0-91B1-820E7478FA11}"/>
                </a:ext>
              </a:extLst>
            </p:cNvPr>
            <p:cNvPicPr>
              <a:picLocks noChangeAspect="1"/>
            </p:cNvPicPr>
            <p:nvPr/>
          </p:nvPicPr>
          <p:blipFill>
            <a:blip r:embed="rId3"/>
            <a:srcRect l="72111" t="2927" r="2785" b="25568"/>
            <a:stretch/>
          </p:blipFill>
          <p:spPr>
            <a:xfrm>
              <a:off x="4033588" y="4022742"/>
              <a:ext cx="985170" cy="961571"/>
            </a:xfrm>
            <a:prstGeom prst="rect">
              <a:avLst/>
            </a:prstGeom>
          </p:spPr>
        </p:pic>
        <p:pic>
          <p:nvPicPr>
            <p:cNvPr id="24" name="Image 23" descr="Une image contenant roue, Roue de vélo, vélo, conception&#10;&#10;Le contenu généré par l’IA peut être incorrect.">
              <a:extLst>
                <a:ext uri="{FF2B5EF4-FFF2-40B4-BE49-F238E27FC236}">
                  <a16:creationId xmlns:a16="http://schemas.microsoft.com/office/drawing/2014/main" id="{1D5AF5B5-5CB2-F263-716B-23F148700BC7}"/>
                </a:ext>
              </a:extLst>
            </p:cNvPr>
            <p:cNvPicPr>
              <a:picLocks noChangeAspect="1"/>
            </p:cNvPicPr>
            <p:nvPr/>
          </p:nvPicPr>
          <p:blipFill>
            <a:blip r:embed="rId3"/>
            <a:srcRect l="578" t="5719" r="70515" b="29412"/>
            <a:stretch/>
          </p:blipFill>
          <p:spPr>
            <a:xfrm>
              <a:off x="418410" y="5102399"/>
              <a:ext cx="1084333" cy="833807"/>
            </a:xfrm>
            <a:prstGeom prst="rect">
              <a:avLst/>
            </a:prstGeom>
          </p:spPr>
        </p:pic>
        <p:pic>
          <p:nvPicPr>
            <p:cNvPr id="25" name="Image 24" descr="Une image contenant roue, Roue de vélo, vélo, conception&#10;&#10;Le contenu généré par l’IA peut être incorrect.">
              <a:extLst>
                <a:ext uri="{FF2B5EF4-FFF2-40B4-BE49-F238E27FC236}">
                  <a16:creationId xmlns:a16="http://schemas.microsoft.com/office/drawing/2014/main" id="{25D68E98-6F16-569A-5CBD-31EBFE2C290C}"/>
                </a:ext>
              </a:extLst>
            </p:cNvPr>
            <p:cNvPicPr>
              <a:picLocks noChangeAspect="1"/>
            </p:cNvPicPr>
            <p:nvPr/>
          </p:nvPicPr>
          <p:blipFill>
            <a:blip r:embed="rId3"/>
            <a:srcRect l="35402" t="10964" r="35691" b="24167"/>
            <a:stretch/>
          </p:blipFill>
          <p:spPr>
            <a:xfrm>
              <a:off x="4004208" y="5097573"/>
              <a:ext cx="1132724" cy="871018"/>
            </a:xfrm>
            <a:prstGeom prst="rect">
              <a:avLst/>
            </a:prstGeom>
          </p:spPr>
        </p:pic>
        <p:pic>
          <p:nvPicPr>
            <p:cNvPr id="26" name="Image 25" descr="Une image contenant roue, Roue de vélo, vélo, conception&#10;&#10;Le contenu généré par l’IA peut être incorrect.">
              <a:extLst>
                <a:ext uri="{FF2B5EF4-FFF2-40B4-BE49-F238E27FC236}">
                  <a16:creationId xmlns:a16="http://schemas.microsoft.com/office/drawing/2014/main" id="{2D6F2A27-630A-0B63-9CA1-60C2A74C9FE8}"/>
                </a:ext>
              </a:extLst>
            </p:cNvPr>
            <p:cNvPicPr>
              <a:picLocks noChangeAspect="1"/>
            </p:cNvPicPr>
            <p:nvPr/>
          </p:nvPicPr>
          <p:blipFill>
            <a:blip r:embed="rId3"/>
            <a:srcRect l="72111" t="2927" r="2785" b="25568"/>
            <a:stretch/>
          </p:blipFill>
          <p:spPr>
            <a:xfrm>
              <a:off x="2213901" y="5038518"/>
              <a:ext cx="985170" cy="961571"/>
            </a:xfrm>
            <a:prstGeom prst="rect">
              <a:avLst/>
            </a:prstGeom>
          </p:spPr>
        </p:pic>
        <p:cxnSp>
          <p:nvCxnSpPr>
            <p:cNvPr id="27" name="Connecteur droit 26">
              <a:extLst>
                <a:ext uri="{FF2B5EF4-FFF2-40B4-BE49-F238E27FC236}">
                  <a16:creationId xmlns:a16="http://schemas.microsoft.com/office/drawing/2014/main" id="{42B12EAA-F117-8219-E74B-B61E0170C91C}"/>
                </a:ext>
              </a:extLst>
            </p:cNvPr>
            <p:cNvCxnSpPr>
              <a:cxnSpLocks/>
              <a:stCxn id="6" idx="3"/>
              <a:endCxn id="5" idx="1"/>
            </p:cNvCxnSpPr>
            <p:nvPr/>
          </p:nvCxnSpPr>
          <p:spPr>
            <a:xfrm>
              <a:off x="1502743" y="3531695"/>
              <a:ext cx="620606" cy="0"/>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7307918B-06B6-3C20-6BD8-36433F318FBE}"/>
                </a:ext>
              </a:extLst>
            </p:cNvPr>
            <p:cNvCxnSpPr>
              <a:cxnSpLocks/>
              <a:stCxn id="19" idx="3"/>
              <a:endCxn id="18" idx="1"/>
            </p:cNvCxnSpPr>
            <p:nvPr/>
          </p:nvCxnSpPr>
          <p:spPr>
            <a:xfrm>
              <a:off x="1526938" y="4513440"/>
              <a:ext cx="587800" cy="0"/>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E959BE58-18F1-0F1F-9BFE-8D753CEE11CA}"/>
                </a:ext>
              </a:extLst>
            </p:cNvPr>
            <p:cNvCxnSpPr>
              <a:cxnSpLocks/>
              <a:stCxn id="24" idx="3"/>
              <a:endCxn id="26" idx="1"/>
            </p:cNvCxnSpPr>
            <p:nvPr/>
          </p:nvCxnSpPr>
          <p:spPr>
            <a:xfrm>
              <a:off x="1502743" y="5519303"/>
              <a:ext cx="711158" cy="1"/>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0" name="Connecteur droit 29">
              <a:extLst>
                <a:ext uri="{FF2B5EF4-FFF2-40B4-BE49-F238E27FC236}">
                  <a16:creationId xmlns:a16="http://schemas.microsoft.com/office/drawing/2014/main" id="{DBA39FA5-BEEA-FAA1-17C0-FE4301BA3E7E}"/>
                </a:ext>
              </a:extLst>
            </p:cNvPr>
            <p:cNvCxnSpPr>
              <a:cxnSpLocks/>
              <a:stCxn id="24" idx="3"/>
              <a:endCxn id="18" idx="1"/>
            </p:cNvCxnSpPr>
            <p:nvPr/>
          </p:nvCxnSpPr>
          <p:spPr>
            <a:xfrm flipV="1">
              <a:off x="1502743" y="4513440"/>
              <a:ext cx="611995" cy="1005863"/>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88493F3F-0C8C-8625-8583-EC86623FD697}"/>
                </a:ext>
              </a:extLst>
            </p:cNvPr>
            <p:cNvCxnSpPr>
              <a:cxnSpLocks/>
              <a:stCxn id="24" idx="3"/>
              <a:endCxn id="5" idx="1"/>
            </p:cNvCxnSpPr>
            <p:nvPr/>
          </p:nvCxnSpPr>
          <p:spPr>
            <a:xfrm flipV="1">
              <a:off x="1502743" y="3531695"/>
              <a:ext cx="620606" cy="1987608"/>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3" name="Connecteur droit 32">
              <a:extLst>
                <a:ext uri="{FF2B5EF4-FFF2-40B4-BE49-F238E27FC236}">
                  <a16:creationId xmlns:a16="http://schemas.microsoft.com/office/drawing/2014/main" id="{C4E74EF7-FF93-734C-90EC-CAD8AB113DB3}"/>
                </a:ext>
              </a:extLst>
            </p:cNvPr>
            <p:cNvCxnSpPr>
              <a:cxnSpLocks/>
              <a:stCxn id="26" idx="3"/>
              <a:endCxn id="2" idx="1"/>
            </p:cNvCxnSpPr>
            <p:nvPr/>
          </p:nvCxnSpPr>
          <p:spPr>
            <a:xfrm flipV="1">
              <a:off x="3199071" y="3531694"/>
              <a:ext cx="768160" cy="1987610"/>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4" name="Connecteur droit 33">
              <a:extLst>
                <a:ext uri="{FF2B5EF4-FFF2-40B4-BE49-F238E27FC236}">
                  <a16:creationId xmlns:a16="http://schemas.microsoft.com/office/drawing/2014/main" id="{77E7255C-935F-37E6-83BC-36DDB8E413F5}"/>
                </a:ext>
              </a:extLst>
            </p:cNvPr>
            <p:cNvCxnSpPr>
              <a:cxnSpLocks/>
              <a:endCxn id="20" idx="1"/>
            </p:cNvCxnSpPr>
            <p:nvPr/>
          </p:nvCxnSpPr>
          <p:spPr>
            <a:xfrm flipV="1">
              <a:off x="3223267" y="4503528"/>
              <a:ext cx="810321" cy="1069982"/>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6" name="Connecteur droit 35">
              <a:extLst>
                <a:ext uri="{FF2B5EF4-FFF2-40B4-BE49-F238E27FC236}">
                  <a16:creationId xmlns:a16="http://schemas.microsoft.com/office/drawing/2014/main" id="{0B2294F3-01BA-5A4D-5B4D-F6F6CDBA11EF}"/>
                </a:ext>
              </a:extLst>
            </p:cNvPr>
            <p:cNvCxnSpPr>
              <a:cxnSpLocks/>
              <a:stCxn id="5" idx="3"/>
              <a:endCxn id="2" idx="1"/>
            </p:cNvCxnSpPr>
            <p:nvPr/>
          </p:nvCxnSpPr>
          <p:spPr>
            <a:xfrm flipV="1">
              <a:off x="3256073" y="3531694"/>
              <a:ext cx="711158" cy="1"/>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7" name="Connecteur droit 36">
              <a:extLst>
                <a:ext uri="{FF2B5EF4-FFF2-40B4-BE49-F238E27FC236}">
                  <a16:creationId xmlns:a16="http://schemas.microsoft.com/office/drawing/2014/main" id="{B72A6DCA-5EBE-B9EC-A4B5-77E41A931590}"/>
                </a:ext>
              </a:extLst>
            </p:cNvPr>
            <p:cNvCxnSpPr>
              <a:cxnSpLocks/>
            </p:cNvCxnSpPr>
            <p:nvPr/>
          </p:nvCxnSpPr>
          <p:spPr>
            <a:xfrm flipV="1">
              <a:off x="3169691" y="4497366"/>
              <a:ext cx="834517" cy="9912"/>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9" name="Connecteur droit 38">
              <a:extLst>
                <a:ext uri="{FF2B5EF4-FFF2-40B4-BE49-F238E27FC236}">
                  <a16:creationId xmlns:a16="http://schemas.microsoft.com/office/drawing/2014/main" id="{31E57D95-F4D8-871F-3791-5F7D30120579}"/>
                </a:ext>
              </a:extLst>
            </p:cNvPr>
            <p:cNvCxnSpPr>
              <a:cxnSpLocks/>
              <a:stCxn id="26" idx="3"/>
              <a:endCxn id="25" idx="1"/>
            </p:cNvCxnSpPr>
            <p:nvPr/>
          </p:nvCxnSpPr>
          <p:spPr>
            <a:xfrm>
              <a:off x="3199071" y="5519304"/>
              <a:ext cx="805137" cy="13778"/>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0" name="Connecteur droit 39">
              <a:extLst>
                <a:ext uri="{FF2B5EF4-FFF2-40B4-BE49-F238E27FC236}">
                  <a16:creationId xmlns:a16="http://schemas.microsoft.com/office/drawing/2014/main" id="{9E880EBF-3505-0D50-CED4-A44E799A9F7D}"/>
                </a:ext>
              </a:extLst>
            </p:cNvPr>
            <p:cNvCxnSpPr>
              <a:cxnSpLocks/>
              <a:stCxn id="18" idx="3"/>
              <a:endCxn id="25" idx="1"/>
            </p:cNvCxnSpPr>
            <p:nvPr/>
          </p:nvCxnSpPr>
          <p:spPr>
            <a:xfrm>
              <a:off x="3199071" y="4513440"/>
              <a:ext cx="805137" cy="1019642"/>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1" name="Connecteur droit 40">
              <a:extLst>
                <a:ext uri="{FF2B5EF4-FFF2-40B4-BE49-F238E27FC236}">
                  <a16:creationId xmlns:a16="http://schemas.microsoft.com/office/drawing/2014/main" id="{90133F75-B9F6-B2CA-01BA-92AE7B7CE150}"/>
                </a:ext>
              </a:extLst>
            </p:cNvPr>
            <p:cNvCxnSpPr>
              <a:cxnSpLocks/>
              <a:stCxn id="5" idx="3"/>
              <a:endCxn id="25" idx="1"/>
            </p:cNvCxnSpPr>
            <p:nvPr/>
          </p:nvCxnSpPr>
          <p:spPr>
            <a:xfrm>
              <a:off x="3256073" y="3531695"/>
              <a:ext cx="748135" cy="2001387"/>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3" name="Connecteur droit 42">
              <a:extLst>
                <a:ext uri="{FF2B5EF4-FFF2-40B4-BE49-F238E27FC236}">
                  <a16:creationId xmlns:a16="http://schemas.microsoft.com/office/drawing/2014/main" id="{A9CD832F-C0E4-D073-B980-40972B286918}"/>
                </a:ext>
              </a:extLst>
            </p:cNvPr>
            <p:cNvCxnSpPr>
              <a:cxnSpLocks/>
              <a:stCxn id="5" idx="3"/>
              <a:endCxn id="20" idx="1"/>
            </p:cNvCxnSpPr>
            <p:nvPr/>
          </p:nvCxnSpPr>
          <p:spPr>
            <a:xfrm>
              <a:off x="3256073" y="3531695"/>
              <a:ext cx="777515" cy="971833"/>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44" name="Connecteur droit 43">
              <a:extLst>
                <a:ext uri="{FF2B5EF4-FFF2-40B4-BE49-F238E27FC236}">
                  <a16:creationId xmlns:a16="http://schemas.microsoft.com/office/drawing/2014/main" id="{AA3F8018-6BDF-5BC9-BC8C-04FB83F0F362}"/>
                </a:ext>
              </a:extLst>
            </p:cNvPr>
            <p:cNvCxnSpPr>
              <a:cxnSpLocks/>
              <a:stCxn id="18" idx="3"/>
              <a:endCxn id="2" idx="1"/>
            </p:cNvCxnSpPr>
            <p:nvPr/>
          </p:nvCxnSpPr>
          <p:spPr>
            <a:xfrm flipV="1">
              <a:off x="3199071" y="3531694"/>
              <a:ext cx="768160" cy="981746"/>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6" name="Connecteur droit 45">
              <a:extLst>
                <a:ext uri="{FF2B5EF4-FFF2-40B4-BE49-F238E27FC236}">
                  <a16:creationId xmlns:a16="http://schemas.microsoft.com/office/drawing/2014/main" id="{D1CF4987-C491-6CE6-35C8-7FABD5F878D0}"/>
                </a:ext>
              </a:extLst>
            </p:cNvPr>
            <p:cNvCxnSpPr>
              <a:cxnSpLocks/>
              <a:stCxn id="19" idx="3"/>
              <a:endCxn id="5" idx="1"/>
            </p:cNvCxnSpPr>
            <p:nvPr/>
          </p:nvCxnSpPr>
          <p:spPr>
            <a:xfrm flipV="1">
              <a:off x="1526938" y="3531695"/>
              <a:ext cx="596411" cy="981745"/>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7" name="Connecteur droit 46">
              <a:extLst>
                <a:ext uri="{FF2B5EF4-FFF2-40B4-BE49-F238E27FC236}">
                  <a16:creationId xmlns:a16="http://schemas.microsoft.com/office/drawing/2014/main" id="{DE742A89-50C8-AE21-27A3-0EDA50005D94}"/>
                </a:ext>
              </a:extLst>
            </p:cNvPr>
            <p:cNvCxnSpPr>
              <a:cxnSpLocks/>
              <a:stCxn id="19" idx="3"/>
              <a:endCxn id="26" idx="1"/>
            </p:cNvCxnSpPr>
            <p:nvPr/>
          </p:nvCxnSpPr>
          <p:spPr>
            <a:xfrm>
              <a:off x="1526938" y="4513440"/>
              <a:ext cx="686963" cy="1005864"/>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9" name="Connecteur droit 48">
              <a:extLst>
                <a:ext uri="{FF2B5EF4-FFF2-40B4-BE49-F238E27FC236}">
                  <a16:creationId xmlns:a16="http://schemas.microsoft.com/office/drawing/2014/main" id="{A8F246B7-B357-4DC5-75FD-0E8BD2D21A2E}"/>
                </a:ext>
              </a:extLst>
            </p:cNvPr>
            <p:cNvCxnSpPr>
              <a:cxnSpLocks/>
              <a:stCxn id="6" idx="3"/>
              <a:endCxn id="18" idx="1"/>
            </p:cNvCxnSpPr>
            <p:nvPr/>
          </p:nvCxnSpPr>
          <p:spPr>
            <a:xfrm>
              <a:off x="1502743" y="3531695"/>
              <a:ext cx="611995" cy="981745"/>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50" name="Connecteur droit 49">
              <a:extLst>
                <a:ext uri="{FF2B5EF4-FFF2-40B4-BE49-F238E27FC236}">
                  <a16:creationId xmlns:a16="http://schemas.microsoft.com/office/drawing/2014/main" id="{827EEF2B-0026-F5AB-0883-5AD75A314CDE}"/>
                </a:ext>
              </a:extLst>
            </p:cNvPr>
            <p:cNvCxnSpPr>
              <a:cxnSpLocks/>
              <a:stCxn id="6" idx="3"/>
              <a:endCxn id="26" idx="1"/>
            </p:cNvCxnSpPr>
            <p:nvPr/>
          </p:nvCxnSpPr>
          <p:spPr>
            <a:xfrm>
              <a:off x="1502743" y="3531695"/>
              <a:ext cx="711158" cy="1987609"/>
            </a:xfrm>
            <a:prstGeom prst="line">
              <a:avLst/>
            </a:prstGeom>
            <a:ln w="28575">
              <a:solidFill>
                <a:schemeClr val="bg2">
                  <a:lumMod val="75000"/>
                </a:schemeClr>
              </a:solidFill>
              <a:prstDash val="sysDash"/>
            </a:ln>
          </p:spPr>
          <p:style>
            <a:lnRef idx="2">
              <a:schemeClr val="accent1"/>
            </a:lnRef>
            <a:fillRef idx="0">
              <a:schemeClr val="accent1"/>
            </a:fillRef>
            <a:effectRef idx="1">
              <a:schemeClr val="accent1"/>
            </a:effectRef>
            <a:fontRef idx="minor">
              <a:schemeClr val="tx1"/>
            </a:fontRef>
          </p:style>
        </p:cxnSp>
        <p:pic>
          <p:nvPicPr>
            <p:cNvPr id="7" name="Image 6" descr="Une image contenant roue, Roue de vélo, vélo, conception&#10;&#10;Le contenu généré par l’IA peut être incorrect.">
              <a:extLst>
                <a:ext uri="{FF2B5EF4-FFF2-40B4-BE49-F238E27FC236}">
                  <a16:creationId xmlns:a16="http://schemas.microsoft.com/office/drawing/2014/main" id="{49169C95-5A95-E042-7E8A-FB8F538E9B7E}"/>
                </a:ext>
              </a:extLst>
            </p:cNvPr>
            <p:cNvPicPr>
              <a:picLocks noChangeAspect="1"/>
            </p:cNvPicPr>
            <p:nvPr/>
          </p:nvPicPr>
          <p:blipFill>
            <a:blip r:embed="rId3"/>
            <a:srcRect l="578" t="5719" r="70515" b="29412"/>
            <a:stretch/>
          </p:blipFill>
          <p:spPr>
            <a:xfrm>
              <a:off x="7069412" y="4116029"/>
              <a:ext cx="1084333" cy="833807"/>
            </a:xfrm>
            <a:prstGeom prst="rect">
              <a:avLst/>
            </a:prstGeom>
          </p:spPr>
        </p:pic>
        <p:pic>
          <p:nvPicPr>
            <p:cNvPr id="51" name="Image 50" descr="Une image contenant roue, Roue de vélo, vélo, conception&#10;&#10;Le contenu généré par l’IA peut être incorrect.">
              <a:extLst>
                <a:ext uri="{FF2B5EF4-FFF2-40B4-BE49-F238E27FC236}">
                  <a16:creationId xmlns:a16="http://schemas.microsoft.com/office/drawing/2014/main" id="{BA5AA7A1-D153-480F-70E8-9621219503FE}"/>
                </a:ext>
              </a:extLst>
            </p:cNvPr>
            <p:cNvPicPr>
              <a:picLocks noChangeAspect="1"/>
            </p:cNvPicPr>
            <p:nvPr/>
          </p:nvPicPr>
          <p:blipFill>
            <a:blip r:embed="rId3"/>
            <a:srcRect l="35402" t="10964" r="35691" b="24167"/>
            <a:stretch/>
          </p:blipFill>
          <p:spPr>
            <a:xfrm>
              <a:off x="8596749" y="4097424"/>
              <a:ext cx="1132724" cy="871018"/>
            </a:xfrm>
            <a:prstGeom prst="rect">
              <a:avLst/>
            </a:prstGeom>
          </p:spPr>
        </p:pic>
        <p:pic>
          <p:nvPicPr>
            <p:cNvPr id="52" name="Image 51" descr="Une image contenant roue, Roue de vélo, vélo, conception&#10;&#10;Le contenu généré par l’IA peut être incorrect.">
              <a:extLst>
                <a:ext uri="{FF2B5EF4-FFF2-40B4-BE49-F238E27FC236}">
                  <a16:creationId xmlns:a16="http://schemas.microsoft.com/office/drawing/2014/main" id="{5B80452D-BF19-E2AF-7916-77D1ED162D20}"/>
                </a:ext>
              </a:extLst>
            </p:cNvPr>
            <p:cNvPicPr>
              <a:picLocks noChangeAspect="1"/>
            </p:cNvPicPr>
            <p:nvPr/>
          </p:nvPicPr>
          <p:blipFill>
            <a:blip r:embed="rId3"/>
            <a:srcRect l="72111" t="2927" r="2785" b="25568"/>
            <a:stretch/>
          </p:blipFill>
          <p:spPr>
            <a:xfrm>
              <a:off x="10172477" y="4052146"/>
              <a:ext cx="985170" cy="961571"/>
            </a:xfrm>
            <a:prstGeom prst="rect">
              <a:avLst/>
            </a:prstGeom>
          </p:spPr>
        </p:pic>
        <p:cxnSp>
          <p:nvCxnSpPr>
            <p:cNvPr id="54" name="Connecteur droit 53">
              <a:extLst>
                <a:ext uri="{FF2B5EF4-FFF2-40B4-BE49-F238E27FC236}">
                  <a16:creationId xmlns:a16="http://schemas.microsoft.com/office/drawing/2014/main" id="{A70FF80D-1630-011C-1FCD-971B323FF346}"/>
                </a:ext>
              </a:extLst>
            </p:cNvPr>
            <p:cNvCxnSpPr>
              <a:cxnSpLocks/>
              <a:stCxn id="7" idx="3"/>
              <a:endCxn id="51" idx="1"/>
            </p:cNvCxnSpPr>
            <p:nvPr/>
          </p:nvCxnSpPr>
          <p:spPr>
            <a:xfrm>
              <a:off x="8153745" y="4532933"/>
              <a:ext cx="443004"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55" name="Connecteur droit 54">
              <a:extLst>
                <a:ext uri="{FF2B5EF4-FFF2-40B4-BE49-F238E27FC236}">
                  <a16:creationId xmlns:a16="http://schemas.microsoft.com/office/drawing/2014/main" id="{AA66EC81-3809-5E9D-26B3-6409A83AF880}"/>
                </a:ext>
              </a:extLst>
            </p:cNvPr>
            <p:cNvCxnSpPr>
              <a:cxnSpLocks/>
              <a:stCxn id="51" idx="3"/>
              <a:endCxn id="52" idx="1"/>
            </p:cNvCxnSpPr>
            <p:nvPr/>
          </p:nvCxnSpPr>
          <p:spPr>
            <a:xfrm flipV="1">
              <a:off x="9729473" y="4532932"/>
              <a:ext cx="443004" cy="1"/>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73" name="Flèche : droite rayée 72">
              <a:extLst>
                <a:ext uri="{FF2B5EF4-FFF2-40B4-BE49-F238E27FC236}">
                  <a16:creationId xmlns:a16="http://schemas.microsoft.com/office/drawing/2014/main" id="{5F89581F-15DD-45B5-DEF4-69592910D18B}"/>
                </a:ext>
              </a:extLst>
            </p:cNvPr>
            <p:cNvSpPr/>
            <p:nvPr/>
          </p:nvSpPr>
          <p:spPr>
            <a:xfrm>
              <a:off x="5692729" y="3847199"/>
              <a:ext cx="1054399" cy="1550736"/>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 name="ZoneTexte 9">
            <a:extLst>
              <a:ext uri="{FF2B5EF4-FFF2-40B4-BE49-F238E27FC236}">
                <a16:creationId xmlns:a16="http://schemas.microsoft.com/office/drawing/2014/main" id="{6C924256-F663-0BDF-3EC8-7F599227CF47}"/>
              </a:ext>
            </a:extLst>
          </p:cNvPr>
          <p:cNvSpPr txBox="1"/>
          <p:nvPr/>
        </p:nvSpPr>
        <p:spPr>
          <a:xfrm>
            <a:off x="613922" y="4943881"/>
            <a:ext cx="11120878" cy="1605975"/>
          </a:xfrm>
          <a:prstGeom prst="rect">
            <a:avLst/>
          </a:prstGeom>
          <a:noFill/>
        </p:spPr>
        <p:txBody>
          <a:bodyPr wrap="square">
            <a:spAutoFit/>
          </a:bodyPr>
          <a:lstStyle/>
          <a:p>
            <a:pPr marL="0" indent="0">
              <a:buNone/>
            </a:pPr>
            <a:r>
              <a:rPr lang="fr-FR" sz="2400" dirty="0" err="1">
                <a:solidFill>
                  <a:srgbClr val="FF0000"/>
                </a:solidFill>
                <a:sym typeface="Wingdings" panose="05000000000000000000" pitchFamily="2" charset="2"/>
              </a:rPr>
              <a:t>We</a:t>
            </a:r>
            <a:r>
              <a:rPr lang="fr-FR" sz="2400" dirty="0">
                <a:solidFill>
                  <a:srgbClr val="FF0000"/>
                </a:solidFill>
                <a:sym typeface="Wingdings" panose="05000000000000000000" pitchFamily="2" charset="2"/>
              </a:rPr>
              <a:t> have </a:t>
            </a:r>
            <a:r>
              <a:rPr lang="fr-FR" sz="2400" dirty="0" err="1">
                <a:solidFill>
                  <a:srgbClr val="FF0000"/>
                </a:solidFill>
                <a:sym typeface="Wingdings" panose="05000000000000000000" pitchFamily="2" charset="2"/>
              </a:rPr>
              <a:t>reduced</a:t>
            </a:r>
            <a:r>
              <a:rPr lang="fr-FR" sz="2400" dirty="0">
                <a:solidFill>
                  <a:srgbClr val="FF0000"/>
                </a:solidFill>
                <a:sym typeface="Wingdings" panose="05000000000000000000" pitchFamily="2" charset="2"/>
              </a:rPr>
              <a:t> the training </a:t>
            </a:r>
            <a:r>
              <a:rPr lang="fr-FR" sz="2400" dirty="0" err="1">
                <a:solidFill>
                  <a:srgbClr val="FF0000"/>
                </a:solidFill>
                <a:sym typeface="Wingdings" panose="05000000000000000000" pitchFamily="2" charset="2"/>
              </a:rPr>
              <a:t>cost</a:t>
            </a:r>
            <a:r>
              <a:rPr lang="fr-FR" sz="2400" dirty="0">
                <a:solidFill>
                  <a:srgbClr val="FF0000"/>
                </a:solidFill>
                <a:sym typeface="Wingdings" panose="05000000000000000000" pitchFamily="2" charset="2"/>
              </a:rPr>
              <a:t> </a:t>
            </a:r>
            <a:r>
              <a:rPr lang="fr-FR" sz="2400" dirty="0" err="1">
                <a:solidFill>
                  <a:srgbClr val="FF0000"/>
                </a:solidFill>
                <a:sym typeface="Wingdings" panose="05000000000000000000" pitchFamily="2" charset="2"/>
              </a:rPr>
              <a:t>from</a:t>
            </a:r>
            <a:r>
              <a:rPr lang="fr-FR" sz="2400" dirty="0">
                <a:solidFill>
                  <a:srgbClr val="FF0000"/>
                </a:solidFill>
                <a:sym typeface="Wingdings" panose="05000000000000000000" pitchFamily="2" charset="2"/>
              </a:rPr>
              <a:t> O(N) to ~O(1)</a:t>
            </a:r>
          </a:p>
          <a:p>
            <a:pPr marL="0" indent="0">
              <a:buNone/>
            </a:pPr>
            <a:endParaRPr lang="fr-FR" sz="2400" dirty="0">
              <a:solidFill>
                <a:srgbClr val="FF0000"/>
              </a:solidFill>
              <a:sym typeface="Wingdings" panose="05000000000000000000" pitchFamily="2" charset="2"/>
            </a:endParaRPr>
          </a:p>
          <a:p>
            <a:pPr marL="0" indent="0">
              <a:buNone/>
            </a:pPr>
            <a:r>
              <a:rPr lang="fr-FR" sz="2400" dirty="0">
                <a:solidFill>
                  <a:srgbClr val="FF0000"/>
                </a:solidFill>
                <a:sym typeface="Wingdings" panose="05000000000000000000" pitchFamily="2" charset="2"/>
              </a:rPr>
              <a:t>But </a:t>
            </a:r>
            <a:r>
              <a:rPr lang="fr-FR" sz="2400" dirty="0" err="1">
                <a:solidFill>
                  <a:srgbClr val="FF0000"/>
                </a:solidFill>
                <a:sym typeface="Wingdings" panose="05000000000000000000" pitchFamily="2" charset="2"/>
              </a:rPr>
              <a:t>we’ve</a:t>
            </a:r>
            <a:r>
              <a:rPr lang="fr-FR" sz="2400" dirty="0">
                <a:solidFill>
                  <a:srgbClr val="FF0000"/>
                </a:solidFill>
                <a:sym typeface="Wingdings" panose="05000000000000000000" pitchFamily="2" charset="2"/>
              </a:rPr>
              <a:t> </a:t>
            </a:r>
            <a:r>
              <a:rPr lang="fr-FR" sz="2400" dirty="0" err="1">
                <a:solidFill>
                  <a:srgbClr val="FF0000"/>
                </a:solidFill>
                <a:sym typeface="Wingdings" panose="05000000000000000000" pitchFamily="2" charset="2"/>
              </a:rPr>
              <a:t>introduced</a:t>
            </a:r>
            <a:r>
              <a:rPr lang="fr-FR" sz="2400" dirty="0">
                <a:solidFill>
                  <a:srgbClr val="FF0000"/>
                </a:solidFill>
                <a:sym typeface="Wingdings" panose="05000000000000000000" pitchFamily="2" charset="2"/>
              </a:rPr>
              <a:t> </a:t>
            </a:r>
            <a:r>
              <a:rPr lang="fr-FR" sz="2400" dirty="0" err="1">
                <a:solidFill>
                  <a:srgbClr val="FF0000"/>
                </a:solidFill>
                <a:sym typeface="Wingdings" panose="05000000000000000000" pitchFamily="2" charset="2"/>
              </a:rPr>
              <a:t>some</a:t>
            </a:r>
            <a:r>
              <a:rPr lang="fr-FR" sz="2400" dirty="0">
                <a:solidFill>
                  <a:srgbClr val="FF0000"/>
                </a:solidFill>
                <a:sym typeface="Wingdings" panose="05000000000000000000" pitchFamily="2" charset="2"/>
              </a:rPr>
              <a:t> biais </a:t>
            </a:r>
            <a:r>
              <a:rPr lang="fr-FR" sz="2400" dirty="0" err="1">
                <a:solidFill>
                  <a:srgbClr val="FF0000"/>
                </a:solidFill>
                <a:sym typeface="Wingdings" panose="05000000000000000000" pitchFamily="2" charset="2"/>
              </a:rPr>
              <a:t>with</a:t>
            </a:r>
            <a:r>
              <a:rPr lang="fr-FR" sz="2400" dirty="0">
                <a:solidFill>
                  <a:srgbClr val="FF0000"/>
                </a:solidFill>
                <a:sym typeface="Wingdings" panose="05000000000000000000" pitchFamily="2" charset="2"/>
              </a:rPr>
              <a:t> the </a:t>
            </a:r>
            <a:r>
              <a:rPr lang="fr-FR" sz="2400" dirty="0" err="1">
                <a:solidFill>
                  <a:srgbClr val="FF0000"/>
                </a:solidFill>
                <a:sym typeface="Wingdings" panose="05000000000000000000" pitchFamily="2" charset="2"/>
              </a:rPr>
              <a:t>weight</a:t>
            </a:r>
            <a:r>
              <a:rPr lang="fr-FR" sz="2400" dirty="0">
                <a:solidFill>
                  <a:srgbClr val="FF0000"/>
                </a:solidFill>
                <a:sym typeface="Wingdings" panose="05000000000000000000" pitchFamily="2" charset="2"/>
              </a:rPr>
              <a:t> of the </a:t>
            </a:r>
            <a:r>
              <a:rPr lang="fr-FR" sz="2400" dirty="0" err="1">
                <a:solidFill>
                  <a:srgbClr val="FF0000"/>
                </a:solidFill>
                <a:sym typeface="Wingdings" panose="05000000000000000000" pitchFamily="2" charset="2"/>
              </a:rPr>
              <a:t>supermodel</a:t>
            </a:r>
            <a:r>
              <a:rPr lang="fr-FR" sz="2400" dirty="0">
                <a:solidFill>
                  <a:srgbClr val="FF0000"/>
                </a:solidFill>
                <a:sym typeface="Wingdings" panose="05000000000000000000" pitchFamily="2" charset="2"/>
              </a:rPr>
              <a:t> </a:t>
            </a:r>
            <a:r>
              <a:rPr lang="fr-FR" sz="2400" dirty="0" err="1">
                <a:solidFill>
                  <a:srgbClr val="FF0000"/>
                </a:solidFill>
                <a:sym typeface="Wingdings" panose="05000000000000000000" pitchFamily="2" charset="2"/>
              </a:rPr>
              <a:t>being</a:t>
            </a:r>
            <a:r>
              <a:rPr lang="fr-FR" sz="2400" dirty="0">
                <a:solidFill>
                  <a:srgbClr val="FF0000"/>
                </a:solidFill>
                <a:sym typeface="Wingdings" panose="05000000000000000000" pitchFamily="2" charset="2"/>
              </a:rPr>
              <a:t> </a:t>
            </a:r>
            <a:r>
              <a:rPr lang="fr-FR" sz="2400" dirty="0" err="1">
                <a:solidFill>
                  <a:srgbClr val="FF0000"/>
                </a:solidFill>
                <a:sym typeface="Wingdings" panose="05000000000000000000" pitchFamily="2" charset="2"/>
              </a:rPr>
              <a:t>shared</a:t>
            </a:r>
            <a:r>
              <a:rPr lang="fr-FR" sz="2400" dirty="0">
                <a:solidFill>
                  <a:srgbClr val="FF0000"/>
                </a:solidFill>
                <a:sym typeface="Wingdings" panose="05000000000000000000" pitchFamily="2" charset="2"/>
              </a:rPr>
              <a:t> </a:t>
            </a:r>
            <a:r>
              <a:rPr lang="fr-FR" sz="2400" dirty="0" err="1">
                <a:solidFill>
                  <a:srgbClr val="FF0000"/>
                </a:solidFill>
                <a:sym typeface="Wingdings" panose="05000000000000000000" pitchFamily="2" charset="2"/>
              </a:rPr>
              <a:t>among</a:t>
            </a:r>
            <a:r>
              <a:rPr lang="fr-FR" sz="2400" dirty="0">
                <a:solidFill>
                  <a:srgbClr val="FF0000"/>
                </a:solidFill>
                <a:sym typeface="Wingdings" panose="05000000000000000000" pitchFamily="2" charset="2"/>
              </a:rPr>
              <a:t> the </a:t>
            </a:r>
            <a:r>
              <a:rPr lang="fr-FR" sz="2400" dirty="0" err="1">
                <a:solidFill>
                  <a:srgbClr val="FF0000"/>
                </a:solidFill>
                <a:sym typeface="Wingdings" panose="05000000000000000000" pitchFamily="2" charset="2"/>
              </a:rPr>
              <a:t>different</a:t>
            </a:r>
            <a:r>
              <a:rPr lang="fr-FR" sz="2400" dirty="0">
                <a:solidFill>
                  <a:srgbClr val="FF0000"/>
                </a:solidFill>
                <a:sym typeface="Wingdings" panose="05000000000000000000" pitchFamily="2" charset="2"/>
              </a:rPr>
              <a:t> architectures.</a:t>
            </a:r>
            <a:endParaRPr lang="fr-FR" sz="2400" dirty="0">
              <a:solidFill>
                <a:srgbClr val="FF0000"/>
              </a:solidFill>
            </a:endParaRPr>
          </a:p>
        </p:txBody>
      </p:sp>
    </p:spTree>
    <p:extLst>
      <p:ext uri="{BB962C8B-B14F-4D97-AF65-F5344CB8AC3E}">
        <p14:creationId xmlns:p14="http://schemas.microsoft.com/office/powerpoint/2010/main" val="32320669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8AC4F-259A-E09C-4AB6-3B284ADCF16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D75B319-87C9-1D83-27A9-B240BCF900C7}"/>
              </a:ext>
            </a:extLst>
          </p:cNvPr>
          <p:cNvSpPr>
            <a:spLocks noGrp="1"/>
          </p:cNvSpPr>
          <p:nvPr>
            <p:ph type="sldNum" sz="quarter" idx="16"/>
          </p:nvPr>
        </p:nvSpPr>
        <p:spPr/>
        <p:txBody>
          <a:bodyPr/>
          <a:lstStyle/>
          <a:p>
            <a:fld id="{167A0328-A2CC-4110-85D0-A410FFB4F3E3}" type="slidenum">
              <a:rPr lang="fr-FR" smtClean="0"/>
              <a:pPr/>
              <a:t>17</a:t>
            </a:fld>
            <a:endParaRPr lang="fr-FR" dirty="0"/>
          </a:p>
        </p:txBody>
      </p:sp>
      <p:sp>
        <p:nvSpPr>
          <p:cNvPr id="4" name="Titre 3">
            <a:extLst>
              <a:ext uri="{FF2B5EF4-FFF2-40B4-BE49-F238E27FC236}">
                <a16:creationId xmlns:a16="http://schemas.microsoft.com/office/drawing/2014/main" id="{E2FFA177-3569-5129-6B44-9613B7A1C840}"/>
              </a:ext>
            </a:extLst>
          </p:cNvPr>
          <p:cNvSpPr>
            <a:spLocks noGrp="1"/>
          </p:cNvSpPr>
          <p:nvPr>
            <p:ph type="title"/>
          </p:nvPr>
        </p:nvSpPr>
        <p:spPr/>
        <p:txBody>
          <a:bodyPr>
            <a:normAutofit/>
          </a:bodyPr>
          <a:lstStyle/>
          <a:p>
            <a:r>
              <a:rPr lang="fr-CH" dirty="0"/>
              <a:t>2. </a:t>
            </a:r>
            <a:r>
              <a:rPr lang="fr-CH" dirty="0" err="1"/>
              <a:t>Reducing</a:t>
            </a:r>
            <a:r>
              <a:rPr lang="fr-CH" dirty="0"/>
              <a:t> </a:t>
            </a:r>
            <a:r>
              <a:rPr lang="fr-CH" dirty="0" err="1"/>
              <a:t>Search</a:t>
            </a:r>
            <a:r>
              <a:rPr lang="fr-CH" dirty="0"/>
              <a:t> Time</a:t>
            </a:r>
          </a:p>
        </p:txBody>
      </p:sp>
      <p:sp>
        <p:nvSpPr>
          <p:cNvPr id="6" name="Espace réservé du contenu 5">
            <a:extLst>
              <a:ext uri="{FF2B5EF4-FFF2-40B4-BE49-F238E27FC236}">
                <a16:creationId xmlns:a16="http://schemas.microsoft.com/office/drawing/2014/main" id="{8F7EC952-30B8-9340-FF0B-D06FD9BC28EA}"/>
              </a:ext>
            </a:extLst>
          </p:cNvPr>
          <p:cNvSpPr>
            <a:spLocks noGrp="1"/>
          </p:cNvSpPr>
          <p:nvPr>
            <p:ph sz="quarter" idx="13"/>
          </p:nvPr>
        </p:nvSpPr>
        <p:spPr>
          <a:xfrm>
            <a:off x="1082675" y="2761025"/>
            <a:ext cx="9328150" cy="2134925"/>
          </a:xfrm>
        </p:spPr>
        <p:txBody>
          <a:bodyPr>
            <a:normAutofit/>
          </a:bodyPr>
          <a:lstStyle/>
          <a:p>
            <a:r>
              <a:rPr lang="fr-CH" sz="2800" dirty="0"/>
              <a:t>RL </a:t>
            </a:r>
            <a:r>
              <a:rPr lang="fr-CH" sz="2800" dirty="0">
                <a:sym typeface="Wingdings" panose="05000000000000000000" pitchFamily="2" charset="2"/>
              </a:rPr>
              <a:t> </a:t>
            </a:r>
            <a:r>
              <a:rPr lang="fr-CH" sz="2800" dirty="0" err="1">
                <a:sym typeface="Wingdings" panose="05000000000000000000" pitchFamily="2" charset="2"/>
              </a:rPr>
              <a:t>Too</a:t>
            </a:r>
            <a:r>
              <a:rPr lang="fr-CH" sz="2800" dirty="0">
                <a:sym typeface="Wingdings" panose="05000000000000000000" pitchFamily="2" charset="2"/>
              </a:rPr>
              <a:t> slow</a:t>
            </a:r>
            <a:endParaRPr lang="fr-CH" sz="2800" dirty="0"/>
          </a:p>
          <a:p>
            <a:r>
              <a:rPr lang="fr-CH" sz="2800" dirty="0"/>
              <a:t>EA </a:t>
            </a:r>
            <a:r>
              <a:rPr lang="fr-CH" sz="2800" dirty="0">
                <a:sym typeface="Wingdings" panose="05000000000000000000" pitchFamily="2" charset="2"/>
              </a:rPr>
              <a:t> </a:t>
            </a:r>
            <a:r>
              <a:rPr lang="fr-CH" sz="2800" dirty="0" err="1">
                <a:sym typeface="Wingdings" panose="05000000000000000000" pitchFamily="2" charset="2"/>
              </a:rPr>
              <a:t>still</a:t>
            </a:r>
            <a:r>
              <a:rPr lang="fr-CH" sz="2800" dirty="0">
                <a:sym typeface="Wingdings" panose="05000000000000000000" pitchFamily="2" charset="2"/>
              </a:rPr>
              <a:t> slow</a:t>
            </a:r>
            <a:endParaRPr lang="fr-CH" sz="2800" dirty="0"/>
          </a:p>
          <a:p>
            <a:r>
              <a:rPr lang="fr-FR" sz="2800" dirty="0">
                <a:solidFill>
                  <a:srgbClr val="FF0000"/>
                </a:solidFill>
              </a:rPr>
              <a:t>Need </a:t>
            </a:r>
            <a:r>
              <a:rPr lang="fr-FR" sz="2800" dirty="0" err="1">
                <a:solidFill>
                  <a:srgbClr val="FF0000"/>
                </a:solidFill>
              </a:rPr>
              <a:t>search</a:t>
            </a:r>
            <a:r>
              <a:rPr lang="fr-FR" sz="2800" dirty="0">
                <a:solidFill>
                  <a:srgbClr val="FF0000"/>
                </a:solidFill>
              </a:rPr>
              <a:t> direction (gradient !)</a:t>
            </a:r>
          </a:p>
        </p:txBody>
      </p:sp>
    </p:spTree>
    <p:extLst>
      <p:ext uri="{BB962C8B-B14F-4D97-AF65-F5344CB8AC3E}">
        <p14:creationId xmlns:p14="http://schemas.microsoft.com/office/powerpoint/2010/main" val="1305855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A750A-F84C-1B2A-5CD8-D844CA77CD0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3B2DC8F-FCC0-7EA8-B901-E9EC80C7F73B}"/>
              </a:ext>
            </a:extLst>
          </p:cNvPr>
          <p:cNvSpPr>
            <a:spLocks noGrp="1"/>
          </p:cNvSpPr>
          <p:nvPr>
            <p:ph type="sldNum" sz="quarter" idx="16"/>
          </p:nvPr>
        </p:nvSpPr>
        <p:spPr/>
        <p:txBody>
          <a:bodyPr/>
          <a:lstStyle/>
          <a:p>
            <a:fld id="{167A0328-A2CC-4110-85D0-A410FFB4F3E3}" type="slidenum">
              <a:rPr lang="fr-FR" smtClean="0"/>
              <a:pPr/>
              <a:t>18</a:t>
            </a:fld>
            <a:endParaRPr lang="fr-FR" dirty="0"/>
          </a:p>
        </p:txBody>
      </p:sp>
      <p:sp>
        <p:nvSpPr>
          <p:cNvPr id="4" name="Titre 3">
            <a:extLst>
              <a:ext uri="{FF2B5EF4-FFF2-40B4-BE49-F238E27FC236}">
                <a16:creationId xmlns:a16="http://schemas.microsoft.com/office/drawing/2014/main" id="{7A7B4ED3-4518-EA73-F0F8-1CB427077A2F}"/>
              </a:ext>
            </a:extLst>
          </p:cNvPr>
          <p:cNvSpPr>
            <a:spLocks noGrp="1"/>
          </p:cNvSpPr>
          <p:nvPr>
            <p:ph type="title"/>
          </p:nvPr>
        </p:nvSpPr>
        <p:spPr/>
        <p:txBody>
          <a:bodyPr>
            <a:normAutofit/>
          </a:bodyPr>
          <a:lstStyle/>
          <a:p>
            <a:r>
              <a:rPr lang="fr-CH" dirty="0"/>
              <a:t>2. </a:t>
            </a:r>
            <a:r>
              <a:rPr lang="fr-CH" dirty="0" err="1"/>
              <a:t>Reducing</a:t>
            </a:r>
            <a:r>
              <a:rPr lang="fr-CH" dirty="0"/>
              <a:t> </a:t>
            </a:r>
            <a:r>
              <a:rPr lang="fr-CH" dirty="0" err="1"/>
              <a:t>Search</a:t>
            </a:r>
            <a:r>
              <a:rPr lang="fr-CH" dirty="0"/>
              <a:t> Time</a:t>
            </a:r>
          </a:p>
        </p:txBody>
      </p:sp>
      <p:sp>
        <p:nvSpPr>
          <p:cNvPr id="6" name="Espace réservé du contenu 5">
            <a:extLst>
              <a:ext uri="{FF2B5EF4-FFF2-40B4-BE49-F238E27FC236}">
                <a16:creationId xmlns:a16="http://schemas.microsoft.com/office/drawing/2014/main" id="{193DBD4F-76EF-C5E0-8060-E43E85FA3CD6}"/>
              </a:ext>
            </a:extLst>
          </p:cNvPr>
          <p:cNvSpPr>
            <a:spLocks noGrp="1"/>
          </p:cNvSpPr>
          <p:nvPr>
            <p:ph sz="quarter" idx="13"/>
          </p:nvPr>
        </p:nvSpPr>
        <p:spPr>
          <a:xfrm>
            <a:off x="815975" y="2445340"/>
            <a:ext cx="10956925" cy="2910175"/>
          </a:xfrm>
        </p:spPr>
        <p:txBody>
          <a:bodyPr>
            <a:normAutofit/>
          </a:bodyPr>
          <a:lstStyle/>
          <a:p>
            <a:pPr marL="0" indent="0">
              <a:buNone/>
            </a:pPr>
            <a:r>
              <a:rPr lang="fr-CH" dirty="0" err="1">
                <a:solidFill>
                  <a:schemeClr val="tx1"/>
                </a:solidFill>
                <a:sym typeface="Wingdings" panose="05000000000000000000" pitchFamily="2" charset="2"/>
              </a:rPr>
              <a:t>Core</a:t>
            </a:r>
            <a:r>
              <a:rPr lang="fr-CH" dirty="0">
                <a:solidFill>
                  <a:schemeClr val="tx1"/>
                </a:solidFill>
                <a:sym typeface="Wingdings" panose="05000000000000000000" pitchFamily="2" charset="2"/>
              </a:rPr>
              <a:t> </a:t>
            </a:r>
            <a:r>
              <a:rPr lang="fr-CH" dirty="0" err="1">
                <a:solidFill>
                  <a:schemeClr val="tx1"/>
                </a:solidFill>
                <a:sym typeface="Wingdings" panose="05000000000000000000" pitchFamily="2" charset="2"/>
              </a:rPr>
              <a:t>Idea</a:t>
            </a:r>
            <a:r>
              <a:rPr lang="fr-CH" dirty="0">
                <a:solidFill>
                  <a:schemeClr val="tx1"/>
                </a:solidFill>
                <a:sym typeface="Wingdings" panose="05000000000000000000" pitchFamily="2" charset="2"/>
              </a:rPr>
              <a:t> </a:t>
            </a:r>
            <a:r>
              <a:rPr lang="fr-CH" dirty="0" err="1">
                <a:solidFill>
                  <a:schemeClr val="tx1"/>
                </a:solidFill>
                <a:sym typeface="Wingdings" panose="05000000000000000000" pitchFamily="2" charset="2"/>
              </a:rPr>
              <a:t>is</a:t>
            </a:r>
            <a:r>
              <a:rPr lang="fr-CH" dirty="0">
                <a:solidFill>
                  <a:schemeClr val="tx1"/>
                </a:solidFill>
                <a:sym typeface="Wingdings" panose="05000000000000000000" pitchFamily="2" charset="2"/>
              </a:rPr>
              <a:t> :</a:t>
            </a:r>
          </a:p>
          <a:p>
            <a:pPr marL="0" indent="0">
              <a:buNone/>
            </a:pPr>
            <a:endParaRPr lang="fr-CH" dirty="0">
              <a:solidFill>
                <a:schemeClr val="tx1"/>
              </a:solidFill>
              <a:sym typeface="Wingdings" panose="05000000000000000000" pitchFamily="2" charset="2"/>
            </a:endParaRPr>
          </a:p>
          <a:p>
            <a:r>
              <a:rPr lang="fr-CH" dirty="0">
                <a:solidFill>
                  <a:schemeClr val="tx1"/>
                </a:solidFill>
                <a:sym typeface="Wingdings" panose="05000000000000000000" pitchFamily="2" charset="2"/>
              </a:rPr>
              <a:t>Relax the </a:t>
            </a:r>
            <a:r>
              <a:rPr lang="fr-CH" dirty="0" err="1">
                <a:solidFill>
                  <a:schemeClr val="tx1"/>
                </a:solidFill>
                <a:sym typeface="Wingdings" panose="05000000000000000000" pitchFamily="2" charset="2"/>
              </a:rPr>
              <a:t>search</a:t>
            </a:r>
            <a:r>
              <a:rPr lang="fr-CH" dirty="0">
                <a:solidFill>
                  <a:schemeClr val="tx1"/>
                </a:solidFill>
                <a:sym typeface="Wingdings" panose="05000000000000000000" pitchFamily="2" charset="2"/>
              </a:rPr>
              <a:t> </a:t>
            </a:r>
            <a:r>
              <a:rPr lang="fr-CH" dirty="0" err="1">
                <a:solidFill>
                  <a:schemeClr val="tx1"/>
                </a:solidFill>
                <a:sym typeface="Wingdings" panose="05000000000000000000" pitchFamily="2" charset="2"/>
              </a:rPr>
              <a:t>space</a:t>
            </a:r>
            <a:r>
              <a:rPr lang="fr-CH" dirty="0">
                <a:solidFill>
                  <a:schemeClr val="tx1"/>
                </a:solidFill>
                <a:sym typeface="Wingdings" panose="05000000000000000000" pitchFamily="2" charset="2"/>
              </a:rPr>
              <a:t> to </a:t>
            </a:r>
            <a:r>
              <a:rPr lang="fr-CH" dirty="0" err="1">
                <a:solidFill>
                  <a:schemeClr val="tx1"/>
                </a:solidFill>
                <a:sym typeface="Wingdings" panose="05000000000000000000" pitchFamily="2" charset="2"/>
              </a:rPr>
              <a:t>make</a:t>
            </a:r>
            <a:r>
              <a:rPr lang="fr-CH" dirty="0">
                <a:solidFill>
                  <a:schemeClr val="tx1"/>
                </a:solidFill>
                <a:sym typeface="Wingdings" panose="05000000000000000000" pitchFamily="2" charset="2"/>
              </a:rPr>
              <a:t> </a:t>
            </a:r>
            <a:r>
              <a:rPr lang="fr-CH" dirty="0" err="1">
                <a:solidFill>
                  <a:schemeClr val="tx1"/>
                </a:solidFill>
                <a:sym typeface="Wingdings" panose="05000000000000000000" pitchFamily="2" charset="2"/>
              </a:rPr>
              <a:t>it</a:t>
            </a:r>
            <a:r>
              <a:rPr lang="fr-CH" dirty="0">
                <a:solidFill>
                  <a:schemeClr val="tx1"/>
                </a:solidFill>
                <a:sym typeface="Wingdings" panose="05000000000000000000" pitchFamily="2" charset="2"/>
              </a:rPr>
              <a:t> </a:t>
            </a:r>
            <a:r>
              <a:rPr lang="fr-CH" b="1" dirty="0" err="1">
                <a:solidFill>
                  <a:schemeClr val="tx1"/>
                </a:solidFill>
                <a:sym typeface="Wingdings" panose="05000000000000000000" pitchFamily="2" charset="2"/>
              </a:rPr>
              <a:t>continuous</a:t>
            </a:r>
            <a:endParaRPr lang="fr-CH" b="1" dirty="0">
              <a:solidFill>
                <a:schemeClr val="tx1"/>
              </a:solidFill>
              <a:sym typeface="Wingdings" panose="05000000000000000000" pitchFamily="2" charset="2"/>
            </a:endParaRPr>
          </a:p>
          <a:p>
            <a:r>
              <a:rPr lang="fr-CH" dirty="0">
                <a:solidFill>
                  <a:schemeClr val="tx1"/>
                </a:solidFill>
                <a:sym typeface="Wingdings" panose="05000000000000000000" pitchFamily="2" charset="2"/>
              </a:rPr>
              <a:t>Use a </a:t>
            </a:r>
            <a:r>
              <a:rPr lang="fr-CH" b="1" dirty="0" err="1">
                <a:solidFill>
                  <a:schemeClr val="tx1"/>
                </a:solidFill>
                <a:sym typeface="Wingdings" panose="05000000000000000000" pitchFamily="2" charset="2"/>
              </a:rPr>
              <a:t>HyperNetwork</a:t>
            </a:r>
            <a:r>
              <a:rPr lang="fr-CH" dirty="0">
                <a:solidFill>
                  <a:schemeClr val="tx1"/>
                </a:solidFill>
                <a:sym typeface="Wingdings" panose="05000000000000000000" pitchFamily="2" charset="2"/>
              </a:rPr>
              <a:t> to drive the </a:t>
            </a:r>
            <a:r>
              <a:rPr lang="fr-CH" dirty="0" err="1">
                <a:solidFill>
                  <a:schemeClr val="tx1"/>
                </a:solidFill>
                <a:sym typeface="Wingdings" panose="05000000000000000000" pitchFamily="2" charset="2"/>
              </a:rPr>
              <a:t>selection</a:t>
            </a:r>
            <a:r>
              <a:rPr lang="fr-CH" dirty="0">
                <a:solidFill>
                  <a:schemeClr val="tx1"/>
                </a:solidFill>
                <a:sym typeface="Wingdings" panose="05000000000000000000" pitchFamily="2" charset="2"/>
              </a:rPr>
              <a:t> of the architecture</a:t>
            </a:r>
          </a:p>
          <a:p>
            <a:r>
              <a:rPr lang="fr-CH" dirty="0">
                <a:solidFill>
                  <a:schemeClr val="tx1"/>
                </a:solidFill>
                <a:sym typeface="Wingdings" panose="05000000000000000000" pitchFamily="2" charset="2"/>
              </a:rPr>
              <a:t>Use the </a:t>
            </a:r>
            <a:r>
              <a:rPr lang="fr-CH" b="1" dirty="0">
                <a:solidFill>
                  <a:schemeClr val="tx1"/>
                </a:solidFill>
                <a:sym typeface="Wingdings" panose="05000000000000000000" pitchFamily="2" charset="2"/>
              </a:rPr>
              <a:t>gradient direction </a:t>
            </a:r>
            <a:r>
              <a:rPr lang="fr-CH" dirty="0">
                <a:solidFill>
                  <a:schemeClr val="tx1"/>
                </a:solidFill>
                <a:sym typeface="Wingdings" panose="05000000000000000000" pitchFamily="2" charset="2"/>
              </a:rPr>
              <a:t>to </a:t>
            </a:r>
            <a:r>
              <a:rPr lang="fr-CH" dirty="0" err="1">
                <a:solidFill>
                  <a:schemeClr val="tx1"/>
                </a:solidFill>
                <a:sym typeface="Wingdings" panose="05000000000000000000" pitchFamily="2" charset="2"/>
              </a:rPr>
              <a:t>improve</a:t>
            </a:r>
            <a:r>
              <a:rPr lang="fr-CH" dirty="0">
                <a:solidFill>
                  <a:schemeClr val="tx1"/>
                </a:solidFill>
                <a:sym typeface="Wingdings" panose="05000000000000000000" pitchFamily="2" charset="2"/>
              </a:rPr>
              <a:t> the </a:t>
            </a:r>
            <a:r>
              <a:rPr lang="fr-CH" dirty="0" err="1">
                <a:solidFill>
                  <a:schemeClr val="tx1"/>
                </a:solidFill>
                <a:sym typeface="Wingdings" panose="05000000000000000000" pitchFamily="2" charset="2"/>
              </a:rPr>
              <a:t>search</a:t>
            </a:r>
            <a:r>
              <a:rPr lang="fr-CH" dirty="0">
                <a:solidFill>
                  <a:schemeClr val="tx1"/>
                </a:solidFill>
                <a:sym typeface="Wingdings" panose="05000000000000000000" pitchFamily="2" charset="2"/>
              </a:rPr>
              <a:t> </a:t>
            </a:r>
            <a:r>
              <a:rPr lang="fr-CH" dirty="0" err="1">
                <a:solidFill>
                  <a:schemeClr val="tx1"/>
                </a:solidFill>
                <a:sym typeface="Wingdings" panose="05000000000000000000" pitchFamily="2" charset="2"/>
              </a:rPr>
              <a:t>strategy</a:t>
            </a:r>
            <a:endParaRPr lang="fr-FR" dirty="0">
              <a:solidFill>
                <a:schemeClr val="tx1"/>
              </a:solidFill>
              <a:sym typeface="Wingdings" panose="05000000000000000000" pitchFamily="2" charset="2"/>
            </a:endParaRPr>
          </a:p>
        </p:txBody>
      </p:sp>
    </p:spTree>
    <p:extLst>
      <p:ext uri="{BB962C8B-B14F-4D97-AF65-F5344CB8AC3E}">
        <p14:creationId xmlns:p14="http://schemas.microsoft.com/office/powerpoint/2010/main" val="2390224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30E6A-3062-7B00-2799-280B83582656}"/>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2B7DF48-5666-D92E-8E39-1AE131918888}"/>
              </a:ext>
            </a:extLst>
          </p:cNvPr>
          <p:cNvSpPr>
            <a:spLocks noGrp="1"/>
          </p:cNvSpPr>
          <p:nvPr>
            <p:ph type="sldNum" sz="quarter" idx="16"/>
          </p:nvPr>
        </p:nvSpPr>
        <p:spPr/>
        <p:txBody>
          <a:bodyPr/>
          <a:lstStyle/>
          <a:p>
            <a:fld id="{167A0328-A2CC-4110-85D0-A410FFB4F3E3}" type="slidenum">
              <a:rPr lang="fr-FR" smtClean="0"/>
              <a:pPr/>
              <a:t>19</a:t>
            </a:fld>
            <a:endParaRPr lang="fr-FR" dirty="0"/>
          </a:p>
        </p:txBody>
      </p:sp>
      <p:sp>
        <p:nvSpPr>
          <p:cNvPr id="4" name="Titre 3">
            <a:extLst>
              <a:ext uri="{FF2B5EF4-FFF2-40B4-BE49-F238E27FC236}">
                <a16:creationId xmlns:a16="http://schemas.microsoft.com/office/drawing/2014/main" id="{1EE0B0DA-77ED-9990-E407-63B6D9E751EA}"/>
              </a:ext>
            </a:extLst>
          </p:cNvPr>
          <p:cNvSpPr>
            <a:spLocks noGrp="1"/>
          </p:cNvSpPr>
          <p:nvPr>
            <p:ph type="title"/>
          </p:nvPr>
        </p:nvSpPr>
        <p:spPr/>
        <p:txBody>
          <a:bodyPr>
            <a:normAutofit/>
          </a:bodyPr>
          <a:lstStyle/>
          <a:p>
            <a:r>
              <a:rPr lang="fr-CH" dirty="0"/>
              <a:t>2. </a:t>
            </a:r>
            <a:r>
              <a:rPr lang="fr-CH" dirty="0" err="1"/>
              <a:t>Reducing</a:t>
            </a:r>
            <a:r>
              <a:rPr lang="fr-CH" dirty="0"/>
              <a:t> </a:t>
            </a:r>
            <a:r>
              <a:rPr lang="fr-CH" dirty="0" err="1"/>
              <a:t>Search</a:t>
            </a:r>
            <a:r>
              <a:rPr lang="fr-CH" dirty="0"/>
              <a:t> Time</a:t>
            </a:r>
          </a:p>
        </p:txBody>
      </p:sp>
      <p:sp>
        <p:nvSpPr>
          <p:cNvPr id="16" name="ZoneTexte 15">
            <a:extLst>
              <a:ext uri="{FF2B5EF4-FFF2-40B4-BE49-F238E27FC236}">
                <a16:creationId xmlns:a16="http://schemas.microsoft.com/office/drawing/2014/main" id="{993CBA1B-B1D2-47CD-40EE-937C4F15ED1D}"/>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https://www.singlestore.com/blog/a-guide-to-softmax-activation-function/</a:t>
            </a:r>
          </a:p>
        </p:txBody>
      </p:sp>
      <p:sp>
        <p:nvSpPr>
          <p:cNvPr id="6" name="Espace réservé du contenu 5">
            <a:extLst>
              <a:ext uri="{FF2B5EF4-FFF2-40B4-BE49-F238E27FC236}">
                <a16:creationId xmlns:a16="http://schemas.microsoft.com/office/drawing/2014/main" id="{96F2C420-5324-6CF0-CF5D-C6402A05F3CD}"/>
              </a:ext>
            </a:extLst>
          </p:cNvPr>
          <p:cNvSpPr>
            <a:spLocks noGrp="1"/>
          </p:cNvSpPr>
          <p:nvPr>
            <p:ph sz="quarter" idx="13"/>
          </p:nvPr>
        </p:nvSpPr>
        <p:spPr>
          <a:xfrm>
            <a:off x="901700" y="2095500"/>
            <a:ext cx="4346575" cy="447676"/>
          </a:xfrm>
        </p:spPr>
        <p:txBody>
          <a:bodyPr/>
          <a:lstStyle/>
          <a:p>
            <a:pPr marL="0" indent="0">
              <a:buNone/>
            </a:pPr>
            <a:r>
              <a:rPr lang="fr-CH" b="1" dirty="0" err="1"/>
              <a:t>Continuous</a:t>
            </a:r>
            <a:r>
              <a:rPr lang="fr-CH" b="1" dirty="0"/>
              <a:t> Relaxation</a:t>
            </a:r>
          </a:p>
          <a:p>
            <a:pPr marL="0" indent="0">
              <a:buNone/>
            </a:pPr>
            <a:endParaRPr lang="fr-CH" dirty="0"/>
          </a:p>
          <a:p>
            <a:pPr marL="0" indent="0">
              <a:buNone/>
            </a:pPr>
            <a:endParaRPr lang="fr-FR" dirty="0"/>
          </a:p>
        </p:txBody>
      </p:sp>
      <p:pic>
        <p:nvPicPr>
          <p:cNvPr id="9" name="Image 8" descr="Une image contenant diagramme, ligne, cercle&#10;&#10;Le contenu généré par l’IA peut être incorrect.">
            <a:extLst>
              <a:ext uri="{FF2B5EF4-FFF2-40B4-BE49-F238E27FC236}">
                <a16:creationId xmlns:a16="http://schemas.microsoft.com/office/drawing/2014/main" id="{02281B4D-6435-F8B2-CC03-9ADCA8853F93}"/>
              </a:ext>
            </a:extLst>
          </p:cNvPr>
          <p:cNvPicPr>
            <a:picLocks noChangeAspect="1"/>
          </p:cNvPicPr>
          <p:nvPr/>
        </p:nvPicPr>
        <p:blipFill>
          <a:blip r:embed="rId3">
            <a:extLst>
              <a:ext uri="{28A0092B-C50C-407E-A947-70E740481C1C}">
                <a14:useLocalDpi xmlns:a14="http://schemas.microsoft.com/office/drawing/2010/main" val="0"/>
              </a:ext>
            </a:extLst>
          </a:blip>
          <a:srcRect l="36006" t="65432" r="45741" b="23708"/>
          <a:stretch/>
        </p:blipFill>
        <p:spPr>
          <a:xfrm>
            <a:off x="854660" y="3246498"/>
            <a:ext cx="1574800" cy="361953"/>
          </a:xfrm>
          <a:prstGeom prst="rect">
            <a:avLst/>
          </a:prstGeom>
        </p:spPr>
      </p:pic>
      <p:sp>
        <p:nvSpPr>
          <p:cNvPr id="10" name="ZoneTexte 9">
            <a:extLst>
              <a:ext uri="{FF2B5EF4-FFF2-40B4-BE49-F238E27FC236}">
                <a16:creationId xmlns:a16="http://schemas.microsoft.com/office/drawing/2014/main" id="{610D7EF8-7B44-033B-E57C-9D6A6A1CB053}"/>
              </a:ext>
            </a:extLst>
          </p:cNvPr>
          <p:cNvSpPr txBox="1"/>
          <p:nvPr/>
        </p:nvSpPr>
        <p:spPr>
          <a:xfrm>
            <a:off x="1773820" y="5690409"/>
            <a:ext cx="280034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b="1" dirty="0" err="1"/>
              <a:t>Categorical</a:t>
            </a:r>
            <a:r>
              <a:rPr lang="fr-FR" b="1" dirty="0"/>
              <a:t> </a:t>
            </a:r>
            <a:r>
              <a:rPr lang="fr-FR" b="1" dirty="0" err="1"/>
              <a:t>choice</a:t>
            </a:r>
            <a:r>
              <a:rPr lang="fr-FR" b="1" dirty="0"/>
              <a:t> of </a:t>
            </a:r>
            <a:r>
              <a:rPr lang="fr-FR" b="1" dirty="0" err="1"/>
              <a:t>operation</a:t>
            </a:r>
            <a:endParaRPr lang="fr-FR" b="1" dirty="0"/>
          </a:p>
        </p:txBody>
      </p:sp>
      <p:sp>
        <p:nvSpPr>
          <p:cNvPr id="11" name="Flèche : droite rayée 10">
            <a:extLst>
              <a:ext uri="{FF2B5EF4-FFF2-40B4-BE49-F238E27FC236}">
                <a16:creationId xmlns:a16="http://schemas.microsoft.com/office/drawing/2014/main" id="{69506CE1-B74F-8FA1-8998-67B5C3261A36}"/>
              </a:ext>
            </a:extLst>
          </p:cNvPr>
          <p:cNvSpPr/>
          <p:nvPr/>
        </p:nvSpPr>
        <p:spPr>
          <a:xfrm>
            <a:off x="2682366" y="4026893"/>
            <a:ext cx="387122" cy="361953"/>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E9EA03EA-C596-EFB6-E5E2-9A8323040535}"/>
              </a:ext>
            </a:extLst>
          </p:cNvPr>
          <p:cNvSpPr txBox="1"/>
          <p:nvPr/>
        </p:nvSpPr>
        <p:spPr>
          <a:xfrm>
            <a:off x="8047039" y="5752057"/>
            <a:ext cx="28003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b="1" dirty="0"/>
              <a:t>Mixture of </a:t>
            </a:r>
            <a:r>
              <a:rPr lang="fr-FR" b="1" dirty="0" err="1"/>
              <a:t>operation</a:t>
            </a:r>
            <a:endParaRPr lang="fr-FR" b="1" dirty="0"/>
          </a:p>
        </p:txBody>
      </p:sp>
      <p:pic>
        <p:nvPicPr>
          <p:cNvPr id="13" name="Image 12" descr="Une image contenant diagramme, ligne, cercle&#10;&#10;Le contenu généré par l’IA peut être incorrect.">
            <a:extLst>
              <a:ext uri="{FF2B5EF4-FFF2-40B4-BE49-F238E27FC236}">
                <a16:creationId xmlns:a16="http://schemas.microsoft.com/office/drawing/2014/main" id="{F869365B-8821-79BF-BB44-89A1929F2126}"/>
              </a:ext>
            </a:extLst>
          </p:cNvPr>
          <p:cNvPicPr>
            <a:picLocks noChangeAspect="1"/>
          </p:cNvPicPr>
          <p:nvPr/>
        </p:nvPicPr>
        <p:blipFill>
          <a:blip r:embed="rId3">
            <a:extLst>
              <a:ext uri="{28A0092B-C50C-407E-A947-70E740481C1C}">
                <a14:useLocalDpi xmlns:a14="http://schemas.microsoft.com/office/drawing/2010/main" val="0"/>
              </a:ext>
            </a:extLst>
          </a:blip>
          <a:srcRect l="36006" t="65432" r="45115" b="3704"/>
          <a:stretch/>
        </p:blipFill>
        <p:spPr>
          <a:xfrm>
            <a:off x="10226825" y="3427490"/>
            <a:ext cx="1628778" cy="1028701"/>
          </a:xfrm>
          <a:prstGeom prst="rect">
            <a:avLst/>
          </a:prstGeom>
        </p:spPr>
      </p:pic>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B6BFB582-AEDD-9B18-9DB6-49613C33E7DD}"/>
                  </a:ext>
                </a:extLst>
              </p:cNvPr>
              <p:cNvSpPr txBox="1"/>
              <p:nvPr/>
            </p:nvSpPr>
            <p:spPr>
              <a:xfrm>
                <a:off x="3173995" y="3834017"/>
                <a:ext cx="358880" cy="7325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fr-FR" i="1" smtClean="0">
                              <a:latin typeface="Cambria Math" panose="02040503050406030204" pitchFamily="18" charset="0"/>
                            </a:rPr>
                          </m:ctrlPr>
                        </m:dPr>
                        <m:e>
                          <m:m>
                            <m:mPr>
                              <m:mcs>
                                <m:mc>
                                  <m:mcPr>
                                    <m:count m:val="1"/>
                                    <m:mcJc m:val="center"/>
                                  </m:mcPr>
                                </m:mc>
                              </m:mcs>
                              <m:ctrlPr>
                                <a:rPr lang="fr-FR" i="1" smtClean="0">
                                  <a:latin typeface="Cambria Math" panose="02040503050406030204" pitchFamily="18" charset="0"/>
                                </a:rPr>
                              </m:ctrlPr>
                            </m:mPr>
                            <m:mr>
                              <m:e>
                                <m:r>
                                  <m:rPr>
                                    <m:brk m:alnAt="7"/>
                                  </m:rPr>
                                  <a:rPr lang="fr-CH" b="0" i="1" smtClean="0">
                                    <a:latin typeface="Cambria Math" panose="02040503050406030204" pitchFamily="18" charset="0"/>
                                  </a:rPr>
                                  <m:t>0</m:t>
                                </m:r>
                              </m:e>
                            </m:mr>
                            <m:mr>
                              <m:e>
                                <m:r>
                                  <a:rPr lang="fr-CH" b="0" i="1" smtClean="0">
                                    <a:latin typeface="Cambria Math" panose="02040503050406030204" pitchFamily="18" charset="0"/>
                                  </a:rPr>
                                  <m:t>1</m:t>
                                </m:r>
                              </m:e>
                            </m:mr>
                            <m:mr>
                              <m:e>
                                <m:r>
                                  <a:rPr lang="fr-CH" b="0" i="1" smtClean="0">
                                    <a:latin typeface="Cambria Math" panose="02040503050406030204" pitchFamily="18" charset="0"/>
                                  </a:rPr>
                                  <m:t>0</m:t>
                                </m:r>
                              </m:e>
                            </m:mr>
                          </m:m>
                        </m:e>
                      </m:d>
                    </m:oMath>
                  </m:oMathPara>
                </a14:m>
                <a:endParaRPr lang="fr-FR" dirty="0"/>
              </a:p>
            </p:txBody>
          </p:sp>
        </mc:Choice>
        <mc:Fallback xmlns="">
          <p:sp>
            <p:nvSpPr>
              <p:cNvPr id="17" name="ZoneTexte 16">
                <a:extLst>
                  <a:ext uri="{FF2B5EF4-FFF2-40B4-BE49-F238E27FC236}">
                    <a16:creationId xmlns:a16="http://schemas.microsoft.com/office/drawing/2014/main" id="{B6BFB582-AEDD-9B18-9DB6-49613C33E7DD}"/>
                  </a:ext>
                </a:extLst>
              </p:cNvPr>
              <p:cNvSpPr txBox="1">
                <a:spLocks noRot="1" noChangeAspect="1" noMove="1" noResize="1" noEditPoints="1" noAdjustHandles="1" noChangeArrowheads="1" noChangeShapeType="1" noTextEdit="1"/>
              </p:cNvSpPr>
              <p:nvPr/>
            </p:nvSpPr>
            <p:spPr>
              <a:xfrm>
                <a:off x="3173995" y="3834017"/>
                <a:ext cx="358880" cy="732573"/>
              </a:xfrm>
              <a:prstGeom prst="rect">
                <a:avLst/>
              </a:prstGeom>
              <a:blipFill>
                <a:blip r:embed="rId4"/>
                <a:stretch>
                  <a:fillRect/>
                </a:stretch>
              </a:blipFill>
            </p:spPr>
            <p:txBody>
              <a:bodyPr/>
              <a:lstStyle/>
              <a:p>
                <a:r>
                  <a:rPr lang="fr-FR">
                    <a:noFill/>
                  </a:rPr>
                  <a:t> </a:t>
                </a:r>
              </a:p>
            </p:txBody>
          </p:sp>
        </mc:Fallback>
      </mc:AlternateContent>
      <p:pic>
        <p:nvPicPr>
          <p:cNvPr id="18" name="Image 17" descr="Une image contenant diagramme, ligne, cercle&#10;&#10;Le contenu généré par l’IA peut être incorrect.">
            <a:extLst>
              <a:ext uri="{FF2B5EF4-FFF2-40B4-BE49-F238E27FC236}">
                <a16:creationId xmlns:a16="http://schemas.microsoft.com/office/drawing/2014/main" id="{C4A5353C-5A7F-B532-049E-14FA734026E2}"/>
              </a:ext>
            </a:extLst>
          </p:cNvPr>
          <p:cNvPicPr>
            <a:picLocks noChangeAspect="1"/>
          </p:cNvPicPr>
          <p:nvPr/>
        </p:nvPicPr>
        <p:blipFill>
          <a:blip r:embed="rId3">
            <a:extLst>
              <a:ext uri="{28A0092B-C50C-407E-A947-70E740481C1C}">
                <a14:useLocalDpi xmlns:a14="http://schemas.microsoft.com/office/drawing/2010/main" val="0"/>
              </a:ext>
            </a:extLst>
          </a:blip>
          <a:srcRect l="36990" t="76882" r="45751" b="16259"/>
          <a:stretch/>
        </p:blipFill>
        <p:spPr>
          <a:xfrm>
            <a:off x="897522" y="4086735"/>
            <a:ext cx="1489075" cy="228598"/>
          </a:xfrm>
          <a:prstGeom prst="rect">
            <a:avLst/>
          </a:prstGeom>
        </p:spPr>
      </p:pic>
      <p:pic>
        <p:nvPicPr>
          <p:cNvPr id="19" name="Image 18" descr="Une image contenant diagramme, ligne, cercle&#10;&#10;Le contenu généré par l’IA peut être incorrect.">
            <a:extLst>
              <a:ext uri="{FF2B5EF4-FFF2-40B4-BE49-F238E27FC236}">
                <a16:creationId xmlns:a16="http://schemas.microsoft.com/office/drawing/2014/main" id="{8FA74B42-1B84-13FE-E899-7DEF3FAE8DAB}"/>
              </a:ext>
            </a:extLst>
          </p:cNvPr>
          <p:cNvPicPr>
            <a:picLocks noChangeAspect="1"/>
          </p:cNvPicPr>
          <p:nvPr/>
        </p:nvPicPr>
        <p:blipFill>
          <a:blip r:embed="rId3">
            <a:extLst>
              <a:ext uri="{28A0092B-C50C-407E-A947-70E740481C1C}">
                <a14:useLocalDpi xmlns:a14="http://schemas.microsoft.com/office/drawing/2010/main" val="0"/>
              </a:ext>
            </a:extLst>
          </a:blip>
          <a:srcRect l="37073" t="84068" r="45668" b="9073"/>
          <a:stretch/>
        </p:blipFill>
        <p:spPr>
          <a:xfrm>
            <a:off x="897521" y="4884874"/>
            <a:ext cx="1489075" cy="228598"/>
          </a:xfrm>
          <a:prstGeom prst="rect">
            <a:avLst/>
          </a:prstGeom>
        </p:spPr>
      </p:pic>
      <p:pic>
        <p:nvPicPr>
          <p:cNvPr id="20" name="Image 19" descr="Une image contenant diagramme, ligne, cercle&#10;&#10;Le contenu généré par l’IA peut être incorrect.">
            <a:extLst>
              <a:ext uri="{FF2B5EF4-FFF2-40B4-BE49-F238E27FC236}">
                <a16:creationId xmlns:a16="http://schemas.microsoft.com/office/drawing/2014/main" id="{BE4339F7-BCB5-39BF-2823-1BE952A3993C}"/>
              </a:ext>
            </a:extLst>
          </p:cNvPr>
          <p:cNvPicPr>
            <a:picLocks noChangeAspect="1"/>
          </p:cNvPicPr>
          <p:nvPr/>
        </p:nvPicPr>
        <p:blipFill>
          <a:blip r:embed="rId3">
            <a:extLst>
              <a:ext uri="{28A0092B-C50C-407E-A947-70E740481C1C}">
                <a14:useLocalDpi xmlns:a14="http://schemas.microsoft.com/office/drawing/2010/main" val="0"/>
              </a:ext>
            </a:extLst>
          </a:blip>
          <a:srcRect l="36990" t="76882" r="45751" b="16259"/>
          <a:stretch/>
        </p:blipFill>
        <p:spPr>
          <a:xfrm>
            <a:off x="4129011" y="4110503"/>
            <a:ext cx="1489075" cy="228598"/>
          </a:xfrm>
          <a:prstGeom prst="rect">
            <a:avLst/>
          </a:prstGeom>
        </p:spPr>
      </p:pic>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78C6102C-874F-89C4-8EAF-8D969801AA90}"/>
                  </a:ext>
                </a:extLst>
              </p:cNvPr>
              <p:cNvSpPr txBox="1"/>
              <p:nvPr/>
            </p:nvSpPr>
            <p:spPr>
              <a:xfrm>
                <a:off x="8932864" y="3544442"/>
                <a:ext cx="663451" cy="7325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fr-FR" i="1" smtClean="0">
                              <a:latin typeface="Cambria Math" panose="02040503050406030204" pitchFamily="18" charset="0"/>
                            </a:rPr>
                          </m:ctrlPr>
                        </m:dPr>
                        <m:e>
                          <m:m>
                            <m:mPr>
                              <m:mcs>
                                <m:mc>
                                  <m:mcPr>
                                    <m:count m:val="1"/>
                                    <m:mcJc m:val="center"/>
                                  </m:mcPr>
                                </m:mc>
                              </m:mcs>
                              <m:ctrlPr>
                                <a:rPr lang="fr-FR" i="1" smtClean="0">
                                  <a:latin typeface="Cambria Math" panose="02040503050406030204" pitchFamily="18" charset="0"/>
                                </a:rPr>
                              </m:ctrlPr>
                            </m:mPr>
                            <m:mr>
                              <m:e>
                                <m:r>
                                  <m:rPr>
                                    <m:brk m:alnAt="7"/>
                                  </m:rPr>
                                  <a:rPr lang="fr-CH" b="0" i="1" smtClean="0">
                                    <a:latin typeface="Cambria Math" panose="02040503050406030204" pitchFamily="18" charset="0"/>
                                  </a:rPr>
                                  <m:t>0</m:t>
                                </m:r>
                                <m:r>
                                  <a:rPr lang="fr-CH" b="0" i="1" smtClean="0">
                                    <a:latin typeface="Cambria Math" panose="02040503050406030204" pitchFamily="18" charset="0"/>
                                  </a:rPr>
                                  <m:t>.32</m:t>
                                </m:r>
                              </m:e>
                            </m:mr>
                            <m:mr>
                              <m:e>
                                <m:r>
                                  <a:rPr lang="fr-CH" b="0" i="1" smtClean="0">
                                    <a:latin typeface="Cambria Math" panose="02040503050406030204" pitchFamily="18" charset="0"/>
                                  </a:rPr>
                                  <m:t>0.52</m:t>
                                </m:r>
                              </m:e>
                            </m:mr>
                            <m:mr>
                              <m:e>
                                <m:r>
                                  <a:rPr lang="fr-CH" b="0" i="1" smtClean="0">
                                    <a:latin typeface="Cambria Math" panose="02040503050406030204" pitchFamily="18" charset="0"/>
                                  </a:rPr>
                                  <m:t>0.16</m:t>
                                </m:r>
                              </m:e>
                            </m:mr>
                          </m:m>
                        </m:e>
                      </m:d>
                    </m:oMath>
                  </m:oMathPara>
                </a14:m>
                <a:endParaRPr lang="fr-FR" dirty="0"/>
              </a:p>
            </p:txBody>
          </p:sp>
        </mc:Choice>
        <mc:Fallback xmlns="">
          <p:sp>
            <p:nvSpPr>
              <p:cNvPr id="21" name="ZoneTexte 20">
                <a:extLst>
                  <a:ext uri="{FF2B5EF4-FFF2-40B4-BE49-F238E27FC236}">
                    <a16:creationId xmlns:a16="http://schemas.microsoft.com/office/drawing/2014/main" id="{78C6102C-874F-89C4-8EAF-8D969801AA90}"/>
                  </a:ext>
                </a:extLst>
              </p:cNvPr>
              <p:cNvSpPr txBox="1">
                <a:spLocks noRot="1" noChangeAspect="1" noMove="1" noResize="1" noEditPoints="1" noAdjustHandles="1" noChangeArrowheads="1" noChangeShapeType="1" noTextEdit="1"/>
              </p:cNvSpPr>
              <p:nvPr/>
            </p:nvSpPr>
            <p:spPr>
              <a:xfrm>
                <a:off x="8932864" y="3544442"/>
                <a:ext cx="663451" cy="732573"/>
              </a:xfrm>
              <a:prstGeom prst="rect">
                <a:avLst/>
              </a:prstGeom>
              <a:blipFill>
                <a:blip r:embed="rId5"/>
                <a:stretch>
                  <a:fillRect/>
                </a:stretch>
              </a:blipFill>
            </p:spPr>
            <p:txBody>
              <a:bodyPr/>
              <a:lstStyle/>
              <a:p>
                <a:r>
                  <a:rPr lang="fr-FR">
                    <a:noFill/>
                  </a:rPr>
                  <a:t> </a:t>
                </a:r>
              </a:p>
            </p:txBody>
          </p:sp>
        </mc:Fallback>
      </mc:AlternateContent>
      <p:pic>
        <p:nvPicPr>
          <p:cNvPr id="22" name="Image 21" descr="Une image contenant diagramme, ligne, cercle&#10;&#10;Le contenu généré par l’IA peut être incorrect.">
            <a:extLst>
              <a:ext uri="{FF2B5EF4-FFF2-40B4-BE49-F238E27FC236}">
                <a16:creationId xmlns:a16="http://schemas.microsoft.com/office/drawing/2014/main" id="{7EC9FD9E-7E82-F74D-F5B5-E157C3C01646}"/>
              </a:ext>
            </a:extLst>
          </p:cNvPr>
          <p:cNvPicPr>
            <a:picLocks noChangeAspect="1"/>
          </p:cNvPicPr>
          <p:nvPr/>
        </p:nvPicPr>
        <p:blipFill>
          <a:blip r:embed="rId3">
            <a:extLst>
              <a:ext uri="{28A0092B-C50C-407E-A947-70E740481C1C}">
                <a14:useLocalDpi xmlns:a14="http://schemas.microsoft.com/office/drawing/2010/main" val="0"/>
              </a:ext>
            </a:extLst>
          </a:blip>
          <a:srcRect l="36006" t="65432" r="45741" b="23708"/>
          <a:stretch/>
        </p:blipFill>
        <p:spPr>
          <a:xfrm>
            <a:off x="6668818" y="3070492"/>
            <a:ext cx="1574800" cy="361953"/>
          </a:xfrm>
          <a:prstGeom prst="rect">
            <a:avLst/>
          </a:prstGeom>
        </p:spPr>
      </p:pic>
      <p:pic>
        <p:nvPicPr>
          <p:cNvPr id="23" name="Image 22" descr="Une image contenant diagramme, ligne, cercle&#10;&#10;Le contenu généré par l’IA peut être incorrect.">
            <a:extLst>
              <a:ext uri="{FF2B5EF4-FFF2-40B4-BE49-F238E27FC236}">
                <a16:creationId xmlns:a16="http://schemas.microsoft.com/office/drawing/2014/main" id="{400FA337-E382-C0C3-0F7C-21F21708B7C9}"/>
              </a:ext>
            </a:extLst>
          </p:cNvPr>
          <p:cNvPicPr>
            <a:picLocks noChangeAspect="1"/>
          </p:cNvPicPr>
          <p:nvPr/>
        </p:nvPicPr>
        <p:blipFill>
          <a:blip r:embed="rId3">
            <a:extLst>
              <a:ext uri="{28A0092B-C50C-407E-A947-70E740481C1C}">
                <a14:useLocalDpi xmlns:a14="http://schemas.microsoft.com/office/drawing/2010/main" val="0"/>
              </a:ext>
            </a:extLst>
          </a:blip>
          <a:srcRect l="36990" t="76882" r="45751" b="16259"/>
          <a:stretch/>
        </p:blipFill>
        <p:spPr>
          <a:xfrm>
            <a:off x="6711680" y="3910729"/>
            <a:ext cx="1489075" cy="228598"/>
          </a:xfrm>
          <a:prstGeom prst="rect">
            <a:avLst/>
          </a:prstGeom>
        </p:spPr>
      </p:pic>
      <p:pic>
        <p:nvPicPr>
          <p:cNvPr id="24" name="Image 23" descr="Une image contenant diagramme, ligne, cercle&#10;&#10;Le contenu généré par l’IA peut être incorrect.">
            <a:extLst>
              <a:ext uri="{FF2B5EF4-FFF2-40B4-BE49-F238E27FC236}">
                <a16:creationId xmlns:a16="http://schemas.microsoft.com/office/drawing/2014/main" id="{B379561A-E863-5F33-5337-D8EEC8D0FE71}"/>
              </a:ext>
            </a:extLst>
          </p:cNvPr>
          <p:cNvPicPr>
            <a:picLocks noChangeAspect="1"/>
          </p:cNvPicPr>
          <p:nvPr/>
        </p:nvPicPr>
        <p:blipFill>
          <a:blip r:embed="rId3">
            <a:extLst>
              <a:ext uri="{28A0092B-C50C-407E-A947-70E740481C1C}">
                <a14:useLocalDpi xmlns:a14="http://schemas.microsoft.com/office/drawing/2010/main" val="0"/>
              </a:ext>
            </a:extLst>
          </a:blip>
          <a:srcRect l="37073" t="84068" r="45668" b="9073"/>
          <a:stretch/>
        </p:blipFill>
        <p:spPr>
          <a:xfrm>
            <a:off x="6711679" y="4708868"/>
            <a:ext cx="1489075" cy="228598"/>
          </a:xfrm>
          <a:prstGeom prst="rect">
            <a:avLst/>
          </a:prstGeom>
        </p:spPr>
      </p:pic>
      <p:sp>
        <p:nvSpPr>
          <p:cNvPr id="25" name="Flèche : droite rayée 24">
            <a:extLst>
              <a:ext uri="{FF2B5EF4-FFF2-40B4-BE49-F238E27FC236}">
                <a16:creationId xmlns:a16="http://schemas.microsoft.com/office/drawing/2014/main" id="{448DD7EE-48DB-A5CC-ED78-2A4C054A9857}"/>
              </a:ext>
            </a:extLst>
          </p:cNvPr>
          <p:cNvSpPr/>
          <p:nvPr/>
        </p:nvSpPr>
        <p:spPr>
          <a:xfrm>
            <a:off x="3637382" y="4017370"/>
            <a:ext cx="387122" cy="361953"/>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Flèche : droite rayée 25">
            <a:extLst>
              <a:ext uri="{FF2B5EF4-FFF2-40B4-BE49-F238E27FC236}">
                <a16:creationId xmlns:a16="http://schemas.microsoft.com/office/drawing/2014/main" id="{F49B4886-B2D5-B56A-DC99-3242CE161B10}"/>
              </a:ext>
            </a:extLst>
          </p:cNvPr>
          <p:cNvSpPr/>
          <p:nvPr/>
        </p:nvSpPr>
        <p:spPr>
          <a:xfrm>
            <a:off x="8447738" y="3760865"/>
            <a:ext cx="387122" cy="361953"/>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Flèche : droite rayée 26">
            <a:extLst>
              <a:ext uri="{FF2B5EF4-FFF2-40B4-BE49-F238E27FC236}">
                <a16:creationId xmlns:a16="http://schemas.microsoft.com/office/drawing/2014/main" id="{04ECC84B-C16B-8BC2-E9EC-99CF06F69CE9}"/>
              </a:ext>
            </a:extLst>
          </p:cNvPr>
          <p:cNvSpPr/>
          <p:nvPr/>
        </p:nvSpPr>
        <p:spPr>
          <a:xfrm>
            <a:off x="9718009" y="3744504"/>
            <a:ext cx="387122" cy="361953"/>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descr="Une image contenant texte, Police, blanc, capture d’écran&#10;&#10;Le contenu généré par l’IA peut être incorrect.">
            <a:extLst>
              <a:ext uri="{FF2B5EF4-FFF2-40B4-BE49-F238E27FC236}">
                <a16:creationId xmlns:a16="http://schemas.microsoft.com/office/drawing/2014/main" id="{C3E3DFE7-11A0-93FA-E8AF-9EC1BBB0BA20}"/>
              </a:ext>
            </a:extLst>
          </p:cNvPr>
          <p:cNvPicPr>
            <a:picLocks noChangeAspect="1"/>
          </p:cNvPicPr>
          <p:nvPr/>
        </p:nvPicPr>
        <p:blipFill>
          <a:blip r:embed="rId6">
            <a:extLst>
              <a:ext uri="{28A0092B-C50C-407E-A947-70E740481C1C}">
                <a14:useLocalDpi xmlns:a14="http://schemas.microsoft.com/office/drawing/2010/main" val="0"/>
              </a:ext>
            </a:extLst>
          </a:blip>
          <a:srcRect l="3984"/>
          <a:stretch/>
        </p:blipFill>
        <p:spPr>
          <a:xfrm>
            <a:off x="8659126" y="1268623"/>
            <a:ext cx="1222765" cy="1862095"/>
          </a:xfrm>
          <a:prstGeom prst="rect">
            <a:avLst/>
          </a:prstGeom>
        </p:spPr>
      </p:pic>
      <mc:AlternateContent xmlns:mc="http://schemas.openxmlformats.org/markup-compatibility/2006" xmlns:a14="http://schemas.microsoft.com/office/drawing/2010/main">
        <mc:Choice Requires="a14">
          <p:sp>
            <p:nvSpPr>
              <p:cNvPr id="40" name="ZoneTexte 39">
                <a:extLst>
                  <a:ext uri="{FF2B5EF4-FFF2-40B4-BE49-F238E27FC236}">
                    <a16:creationId xmlns:a16="http://schemas.microsoft.com/office/drawing/2014/main" id="{0C6B1054-494F-E720-099D-1DCC4ACB0C8D}"/>
                  </a:ext>
                </a:extLst>
              </p:cNvPr>
              <p:cNvSpPr txBox="1"/>
              <p:nvPr/>
            </p:nvSpPr>
            <p:spPr>
              <a:xfrm>
                <a:off x="9040011" y="4555612"/>
                <a:ext cx="449156"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CH" sz="3200" b="1" i="0" smtClean="0">
                          <a:latin typeface="Cambria Math" panose="02040503050406030204" pitchFamily="18" charset="0"/>
                          <a:ea typeface="Cambria Math" panose="02040503050406030204" pitchFamily="18" charset="0"/>
                        </a:rPr>
                        <m:t>ã</m:t>
                      </m:r>
                    </m:oMath>
                  </m:oMathPara>
                </a14:m>
                <a:endParaRPr lang="fr-FR" sz="3200" dirty="0"/>
              </a:p>
            </p:txBody>
          </p:sp>
        </mc:Choice>
        <mc:Fallback xmlns="">
          <p:sp>
            <p:nvSpPr>
              <p:cNvPr id="40" name="ZoneTexte 39">
                <a:extLst>
                  <a:ext uri="{FF2B5EF4-FFF2-40B4-BE49-F238E27FC236}">
                    <a16:creationId xmlns:a16="http://schemas.microsoft.com/office/drawing/2014/main" id="{0C6B1054-494F-E720-099D-1DCC4ACB0C8D}"/>
                  </a:ext>
                </a:extLst>
              </p:cNvPr>
              <p:cNvSpPr txBox="1">
                <a:spLocks noRot="1" noChangeAspect="1" noMove="1" noResize="1" noEditPoints="1" noAdjustHandles="1" noChangeArrowheads="1" noChangeShapeType="1" noTextEdit="1"/>
              </p:cNvSpPr>
              <p:nvPr/>
            </p:nvSpPr>
            <p:spPr>
              <a:xfrm>
                <a:off x="9040011" y="4555612"/>
                <a:ext cx="449156" cy="584775"/>
              </a:xfrm>
              <a:prstGeom prst="rect">
                <a:avLst/>
              </a:prstGeom>
              <a:blipFill>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E8FBF051-4354-D659-49F8-D0376DE73852}"/>
                  </a:ext>
                </a:extLst>
              </p:cNvPr>
              <p:cNvSpPr txBox="1"/>
              <p:nvPr/>
            </p:nvSpPr>
            <p:spPr>
              <a:xfrm>
                <a:off x="3117480" y="4708868"/>
                <a:ext cx="449156"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CH" sz="3200" b="0" i="1" smtClean="0">
                          <a:latin typeface="Cambria Math" panose="02040503050406030204" pitchFamily="18" charset="0"/>
                        </a:rPr>
                        <m:t>𝑎</m:t>
                      </m:r>
                    </m:oMath>
                  </m:oMathPara>
                </a14:m>
                <a:endParaRPr lang="fr-FR" sz="3200" dirty="0"/>
              </a:p>
            </p:txBody>
          </p:sp>
        </mc:Choice>
        <mc:Fallback xmlns="">
          <p:sp>
            <p:nvSpPr>
              <p:cNvPr id="41" name="ZoneTexte 40">
                <a:extLst>
                  <a:ext uri="{FF2B5EF4-FFF2-40B4-BE49-F238E27FC236}">
                    <a16:creationId xmlns:a16="http://schemas.microsoft.com/office/drawing/2014/main" id="{E8FBF051-4354-D659-49F8-D0376DE73852}"/>
                  </a:ext>
                </a:extLst>
              </p:cNvPr>
              <p:cNvSpPr txBox="1">
                <a:spLocks noRot="1" noChangeAspect="1" noMove="1" noResize="1" noEditPoints="1" noAdjustHandles="1" noChangeArrowheads="1" noChangeShapeType="1" noTextEdit="1"/>
              </p:cNvSpPr>
              <p:nvPr/>
            </p:nvSpPr>
            <p:spPr>
              <a:xfrm>
                <a:off x="3117480" y="4708868"/>
                <a:ext cx="449156" cy="584775"/>
              </a:xfrm>
              <a:prstGeom prst="rect">
                <a:avLst/>
              </a:prstGeom>
              <a:blipFill>
                <a:blip r:embed="rId8"/>
                <a:stretch>
                  <a:fillRect/>
                </a:stretch>
              </a:blipFill>
            </p:spPr>
            <p:txBody>
              <a:bodyPr/>
              <a:lstStyle/>
              <a:p>
                <a:r>
                  <a:rPr lang="fr-FR">
                    <a:noFill/>
                  </a:rPr>
                  <a:t> </a:t>
                </a:r>
              </a:p>
            </p:txBody>
          </p:sp>
        </mc:Fallback>
      </mc:AlternateContent>
      <p:cxnSp>
        <p:nvCxnSpPr>
          <p:cNvPr id="43" name="Connecteur droit 42">
            <a:extLst>
              <a:ext uri="{FF2B5EF4-FFF2-40B4-BE49-F238E27FC236}">
                <a16:creationId xmlns:a16="http://schemas.microsoft.com/office/drawing/2014/main" id="{D02C40ED-227D-4A58-35CF-7499CF8A6129}"/>
              </a:ext>
            </a:extLst>
          </p:cNvPr>
          <p:cNvCxnSpPr/>
          <p:nvPr/>
        </p:nvCxnSpPr>
        <p:spPr>
          <a:xfrm>
            <a:off x="6096000" y="2781300"/>
            <a:ext cx="0" cy="342900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8628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85792-1CB4-7412-09FF-6BFE52A39664}"/>
            </a:ext>
          </a:extLst>
        </p:cNvPr>
        <p:cNvGrpSpPr/>
        <p:nvPr/>
      </p:nvGrpSpPr>
      <p:grpSpPr>
        <a:xfrm>
          <a:off x="0" y="0"/>
          <a:ext cx="0" cy="0"/>
          <a:chOff x="0" y="0"/>
          <a:chExt cx="0" cy="0"/>
        </a:xfrm>
      </p:grpSpPr>
      <p:pic>
        <p:nvPicPr>
          <p:cNvPr id="8" name="Image 7" descr="Une image contenant diagramme, dessin, conception&#10;&#10;Le contenu généré par l’IA peut être incorrect.">
            <a:extLst>
              <a:ext uri="{FF2B5EF4-FFF2-40B4-BE49-F238E27FC236}">
                <a16:creationId xmlns:a16="http://schemas.microsoft.com/office/drawing/2014/main" id="{28BB727D-B98A-F501-178D-C90E748E6B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5622" y="2499233"/>
            <a:ext cx="7439806" cy="3631183"/>
          </a:xfrm>
          <a:prstGeom prst="rect">
            <a:avLst/>
          </a:prstGeom>
        </p:spPr>
      </p:pic>
      <p:sp>
        <p:nvSpPr>
          <p:cNvPr id="3" name="Espace réservé du numéro de diapositive 2">
            <a:extLst>
              <a:ext uri="{FF2B5EF4-FFF2-40B4-BE49-F238E27FC236}">
                <a16:creationId xmlns:a16="http://schemas.microsoft.com/office/drawing/2014/main" id="{F4FBAD80-AA15-4B10-EB99-D93DDAC41A51}"/>
              </a:ext>
            </a:extLst>
          </p:cNvPr>
          <p:cNvSpPr>
            <a:spLocks noGrp="1"/>
          </p:cNvSpPr>
          <p:nvPr>
            <p:ph type="sldNum" sz="quarter" idx="16"/>
          </p:nvPr>
        </p:nvSpPr>
        <p:spPr/>
        <p:txBody>
          <a:bodyPr/>
          <a:lstStyle/>
          <a:p>
            <a:fld id="{167A0328-A2CC-4110-85D0-A410FFB4F3E3}" type="slidenum">
              <a:rPr lang="fr-FR" smtClean="0"/>
              <a:pPr/>
              <a:t>20</a:t>
            </a:fld>
            <a:endParaRPr lang="fr-FR" dirty="0"/>
          </a:p>
        </p:txBody>
      </p:sp>
      <p:sp>
        <p:nvSpPr>
          <p:cNvPr id="4" name="Titre 3">
            <a:extLst>
              <a:ext uri="{FF2B5EF4-FFF2-40B4-BE49-F238E27FC236}">
                <a16:creationId xmlns:a16="http://schemas.microsoft.com/office/drawing/2014/main" id="{3AC721A7-44FA-A385-FB73-EE9BB6B5C0E3}"/>
              </a:ext>
            </a:extLst>
          </p:cNvPr>
          <p:cNvSpPr>
            <a:spLocks noGrp="1"/>
          </p:cNvSpPr>
          <p:nvPr>
            <p:ph type="title"/>
          </p:nvPr>
        </p:nvSpPr>
        <p:spPr/>
        <p:txBody>
          <a:bodyPr>
            <a:normAutofit/>
          </a:bodyPr>
          <a:lstStyle/>
          <a:p>
            <a:r>
              <a:rPr lang="fr-CH" dirty="0"/>
              <a:t>2. </a:t>
            </a:r>
            <a:r>
              <a:rPr lang="fr-CH" dirty="0" err="1"/>
              <a:t>Reducing</a:t>
            </a:r>
            <a:r>
              <a:rPr lang="fr-CH" dirty="0"/>
              <a:t> </a:t>
            </a:r>
            <a:r>
              <a:rPr lang="fr-CH" dirty="0" err="1"/>
              <a:t>Search</a:t>
            </a:r>
            <a:r>
              <a:rPr lang="fr-CH" dirty="0"/>
              <a:t> Time</a:t>
            </a:r>
          </a:p>
        </p:txBody>
      </p:sp>
      <p:sp>
        <p:nvSpPr>
          <p:cNvPr id="16" name="ZoneTexte 15">
            <a:extLst>
              <a:ext uri="{FF2B5EF4-FFF2-40B4-BE49-F238E27FC236}">
                <a16:creationId xmlns:a16="http://schemas.microsoft.com/office/drawing/2014/main" id="{49906797-85DE-6F63-96E2-BB1466E94D3D}"/>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1430B4B9-F51D-B0E7-3161-6430C1BA50CD}"/>
              </a:ext>
            </a:extLst>
          </p:cNvPr>
          <p:cNvSpPr>
            <a:spLocks noGrp="1"/>
          </p:cNvSpPr>
          <p:nvPr>
            <p:ph sz="quarter" idx="13"/>
          </p:nvPr>
        </p:nvSpPr>
        <p:spPr>
          <a:xfrm>
            <a:off x="901700" y="2095500"/>
            <a:ext cx="4346575" cy="447676"/>
          </a:xfrm>
        </p:spPr>
        <p:txBody>
          <a:bodyPr/>
          <a:lstStyle/>
          <a:p>
            <a:pPr marL="0" indent="0">
              <a:buNone/>
            </a:pPr>
            <a:r>
              <a:rPr lang="fr-CH" b="1" dirty="0" err="1"/>
              <a:t>Continuous</a:t>
            </a:r>
            <a:r>
              <a:rPr lang="fr-CH" b="1" dirty="0"/>
              <a:t> Relaxation</a:t>
            </a:r>
          </a:p>
          <a:p>
            <a:pPr marL="0" indent="0">
              <a:buNone/>
            </a:pPr>
            <a:endParaRPr lang="fr-CH" dirty="0"/>
          </a:p>
          <a:p>
            <a:pPr marL="0" indent="0">
              <a:buNone/>
            </a:pPr>
            <a:endParaRPr lang="fr-FR" dirty="0"/>
          </a:p>
        </p:txBody>
      </p:sp>
      <p:pic>
        <p:nvPicPr>
          <p:cNvPr id="2" name="Image 1">
            <a:extLst>
              <a:ext uri="{FF2B5EF4-FFF2-40B4-BE49-F238E27FC236}">
                <a16:creationId xmlns:a16="http://schemas.microsoft.com/office/drawing/2014/main" id="{1620482D-C0E7-DCFE-7830-2C29C322DD61}"/>
              </a:ext>
            </a:extLst>
          </p:cNvPr>
          <p:cNvPicPr>
            <a:picLocks noChangeAspect="1"/>
          </p:cNvPicPr>
          <p:nvPr/>
        </p:nvPicPr>
        <p:blipFill>
          <a:blip r:embed="rId4"/>
          <a:srcRect t="79111"/>
          <a:stretch/>
        </p:blipFill>
        <p:spPr>
          <a:xfrm>
            <a:off x="1887223" y="6071623"/>
            <a:ext cx="8417553" cy="786377"/>
          </a:xfrm>
          <a:prstGeom prst="rect">
            <a:avLst/>
          </a:prstGeom>
        </p:spPr>
      </p:pic>
      <p:pic>
        <p:nvPicPr>
          <p:cNvPr id="9" name="Image 8" descr="Une image contenant diagramme, ligne, cercle&#10;&#10;Le contenu généré par l’IA peut être incorrect.">
            <a:extLst>
              <a:ext uri="{FF2B5EF4-FFF2-40B4-BE49-F238E27FC236}">
                <a16:creationId xmlns:a16="http://schemas.microsoft.com/office/drawing/2014/main" id="{F8FF155D-2225-EBA5-A09F-E19606521AD3}"/>
              </a:ext>
            </a:extLst>
          </p:cNvPr>
          <p:cNvPicPr>
            <a:picLocks noChangeAspect="1"/>
          </p:cNvPicPr>
          <p:nvPr/>
        </p:nvPicPr>
        <p:blipFill>
          <a:blip r:embed="rId5">
            <a:extLst>
              <a:ext uri="{28A0092B-C50C-407E-A947-70E740481C1C}">
                <a14:useLocalDpi xmlns:a14="http://schemas.microsoft.com/office/drawing/2010/main" val="0"/>
              </a:ext>
            </a:extLst>
          </a:blip>
          <a:srcRect l="36006" t="65432" r="45115" b="3704"/>
          <a:stretch/>
        </p:blipFill>
        <p:spPr>
          <a:xfrm>
            <a:off x="10347325" y="3857624"/>
            <a:ext cx="1447801" cy="914400"/>
          </a:xfrm>
          <a:prstGeom prst="rect">
            <a:avLst/>
          </a:prstGeom>
        </p:spPr>
      </p:pic>
    </p:spTree>
    <p:extLst>
      <p:ext uri="{BB962C8B-B14F-4D97-AF65-F5344CB8AC3E}">
        <p14:creationId xmlns:p14="http://schemas.microsoft.com/office/powerpoint/2010/main" val="2164535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4DF99-01E3-74CE-4323-4AC6346F678D}"/>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D7FE753-F87A-62D9-11A8-2963BDCB5808}"/>
              </a:ext>
            </a:extLst>
          </p:cNvPr>
          <p:cNvSpPr>
            <a:spLocks noGrp="1"/>
          </p:cNvSpPr>
          <p:nvPr>
            <p:ph type="sldNum" sz="quarter" idx="16"/>
          </p:nvPr>
        </p:nvSpPr>
        <p:spPr/>
        <p:txBody>
          <a:bodyPr/>
          <a:lstStyle/>
          <a:p>
            <a:fld id="{167A0328-A2CC-4110-85D0-A410FFB4F3E3}" type="slidenum">
              <a:rPr lang="fr-FR" smtClean="0"/>
              <a:pPr/>
              <a:t>21</a:t>
            </a:fld>
            <a:endParaRPr lang="fr-FR" dirty="0"/>
          </a:p>
        </p:txBody>
      </p:sp>
      <p:sp>
        <p:nvSpPr>
          <p:cNvPr id="4" name="Titre 3">
            <a:extLst>
              <a:ext uri="{FF2B5EF4-FFF2-40B4-BE49-F238E27FC236}">
                <a16:creationId xmlns:a16="http://schemas.microsoft.com/office/drawing/2014/main" id="{832F53E9-6457-2B34-868A-24E90813BECC}"/>
              </a:ext>
            </a:extLst>
          </p:cNvPr>
          <p:cNvSpPr>
            <a:spLocks noGrp="1"/>
          </p:cNvSpPr>
          <p:nvPr>
            <p:ph type="title"/>
          </p:nvPr>
        </p:nvSpPr>
        <p:spPr/>
        <p:txBody>
          <a:bodyPr>
            <a:normAutofit/>
          </a:bodyPr>
          <a:lstStyle/>
          <a:p>
            <a:r>
              <a:rPr lang="fr-CH" dirty="0"/>
              <a:t>2. </a:t>
            </a:r>
            <a:r>
              <a:rPr lang="fr-CH" dirty="0" err="1"/>
              <a:t>Reducing</a:t>
            </a:r>
            <a:r>
              <a:rPr lang="fr-CH" dirty="0"/>
              <a:t> </a:t>
            </a:r>
            <a:r>
              <a:rPr lang="fr-CH" dirty="0" err="1"/>
              <a:t>Search</a:t>
            </a:r>
            <a:r>
              <a:rPr lang="fr-CH" dirty="0"/>
              <a:t> Time</a:t>
            </a:r>
          </a:p>
        </p:txBody>
      </p:sp>
      <p:sp>
        <p:nvSpPr>
          <p:cNvPr id="16" name="ZoneTexte 15">
            <a:extLst>
              <a:ext uri="{FF2B5EF4-FFF2-40B4-BE49-F238E27FC236}">
                <a16:creationId xmlns:a16="http://schemas.microsoft.com/office/drawing/2014/main" id="{FF94BBD7-9C61-DA4F-F3E4-7E979C18834D}"/>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70A2A9CB-9ACD-997A-7FC8-05CC8A96EF10}"/>
              </a:ext>
            </a:extLst>
          </p:cNvPr>
          <p:cNvSpPr>
            <a:spLocks noGrp="1"/>
          </p:cNvSpPr>
          <p:nvPr>
            <p:ph sz="quarter" idx="13"/>
          </p:nvPr>
        </p:nvSpPr>
        <p:spPr/>
        <p:txBody>
          <a:bodyPr/>
          <a:lstStyle/>
          <a:p>
            <a:r>
              <a:rPr lang="fr-CH" dirty="0" err="1"/>
              <a:t>Continuous</a:t>
            </a:r>
            <a:r>
              <a:rPr lang="fr-CH" dirty="0"/>
              <a:t> Relaxation - </a:t>
            </a:r>
            <a:r>
              <a:rPr lang="fr-CH" dirty="0" err="1"/>
              <a:t>SuperNetwork</a:t>
            </a:r>
            <a:endParaRPr lang="fr-CH" dirty="0"/>
          </a:p>
          <a:p>
            <a:pPr marL="0" indent="0">
              <a:buNone/>
            </a:pPr>
            <a:endParaRPr lang="fr-CH" dirty="0"/>
          </a:p>
          <a:p>
            <a:pPr marL="0" indent="0">
              <a:buNone/>
            </a:pPr>
            <a:endParaRPr lang="fr-FR" dirty="0"/>
          </a:p>
        </p:txBody>
      </p:sp>
      <p:pic>
        <p:nvPicPr>
          <p:cNvPr id="5" name="Image 4">
            <a:extLst>
              <a:ext uri="{FF2B5EF4-FFF2-40B4-BE49-F238E27FC236}">
                <a16:creationId xmlns:a16="http://schemas.microsoft.com/office/drawing/2014/main" id="{E1C8877F-F6C2-3E74-B6BF-60EFDAA9841E}"/>
              </a:ext>
            </a:extLst>
          </p:cNvPr>
          <p:cNvPicPr>
            <a:picLocks noChangeAspect="1"/>
          </p:cNvPicPr>
          <p:nvPr/>
        </p:nvPicPr>
        <p:blipFill>
          <a:blip r:embed="rId2"/>
          <a:stretch>
            <a:fillRect/>
          </a:stretch>
        </p:blipFill>
        <p:spPr>
          <a:xfrm>
            <a:off x="1609681" y="2611724"/>
            <a:ext cx="9099637" cy="3984903"/>
          </a:xfrm>
          <a:prstGeom prst="rect">
            <a:avLst/>
          </a:prstGeom>
        </p:spPr>
      </p:pic>
    </p:spTree>
    <p:extLst>
      <p:ext uri="{BB962C8B-B14F-4D97-AF65-F5344CB8AC3E}">
        <p14:creationId xmlns:p14="http://schemas.microsoft.com/office/powerpoint/2010/main" val="1768229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993FF-6BFA-017F-B010-BC61771B3D3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F068D60-2B62-BEF5-D29D-81794664583E}"/>
              </a:ext>
            </a:extLst>
          </p:cNvPr>
          <p:cNvSpPr>
            <a:spLocks noGrp="1"/>
          </p:cNvSpPr>
          <p:nvPr>
            <p:ph type="sldNum" sz="quarter" idx="16"/>
          </p:nvPr>
        </p:nvSpPr>
        <p:spPr/>
        <p:txBody>
          <a:bodyPr/>
          <a:lstStyle/>
          <a:p>
            <a:fld id="{167A0328-A2CC-4110-85D0-A410FFB4F3E3}" type="slidenum">
              <a:rPr lang="fr-FR" smtClean="0"/>
              <a:pPr/>
              <a:t>22</a:t>
            </a:fld>
            <a:endParaRPr lang="fr-FR" dirty="0"/>
          </a:p>
        </p:txBody>
      </p:sp>
      <p:sp>
        <p:nvSpPr>
          <p:cNvPr id="4" name="Titre 3">
            <a:extLst>
              <a:ext uri="{FF2B5EF4-FFF2-40B4-BE49-F238E27FC236}">
                <a16:creationId xmlns:a16="http://schemas.microsoft.com/office/drawing/2014/main" id="{93CFC1E4-1808-E3D3-7C19-3E79A1736FCE}"/>
              </a:ext>
            </a:extLst>
          </p:cNvPr>
          <p:cNvSpPr>
            <a:spLocks noGrp="1"/>
          </p:cNvSpPr>
          <p:nvPr>
            <p:ph type="title"/>
          </p:nvPr>
        </p:nvSpPr>
        <p:spPr/>
        <p:txBody>
          <a:bodyPr>
            <a:normAutofit/>
          </a:bodyPr>
          <a:lstStyle/>
          <a:p>
            <a:r>
              <a:rPr lang="fr-CH" dirty="0"/>
              <a:t>2. </a:t>
            </a:r>
            <a:r>
              <a:rPr lang="fr-CH" dirty="0" err="1"/>
              <a:t>Reducing</a:t>
            </a:r>
            <a:r>
              <a:rPr lang="fr-CH" dirty="0"/>
              <a:t> </a:t>
            </a:r>
            <a:r>
              <a:rPr lang="fr-CH" dirty="0" err="1"/>
              <a:t>Search</a:t>
            </a:r>
            <a:r>
              <a:rPr lang="fr-CH" dirty="0"/>
              <a:t> Time</a:t>
            </a:r>
          </a:p>
        </p:txBody>
      </p:sp>
      <p:sp>
        <p:nvSpPr>
          <p:cNvPr id="6" name="Espace réservé du contenu 5">
            <a:extLst>
              <a:ext uri="{FF2B5EF4-FFF2-40B4-BE49-F238E27FC236}">
                <a16:creationId xmlns:a16="http://schemas.microsoft.com/office/drawing/2014/main" id="{7FE58F2C-159B-0108-2991-DEF9D03DC46B}"/>
              </a:ext>
            </a:extLst>
          </p:cNvPr>
          <p:cNvSpPr>
            <a:spLocks noGrp="1"/>
          </p:cNvSpPr>
          <p:nvPr>
            <p:ph sz="quarter" idx="13"/>
          </p:nvPr>
        </p:nvSpPr>
        <p:spPr>
          <a:xfrm>
            <a:off x="901700" y="2095499"/>
            <a:ext cx="5680075" cy="457819"/>
          </a:xfrm>
        </p:spPr>
        <p:txBody>
          <a:bodyPr>
            <a:normAutofit/>
          </a:bodyPr>
          <a:lstStyle/>
          <a:p>
            <a:pPr marL="0" indent="0">
              <a:buNone/>
            </a:pPr>
            <a:r>
              <a:rPr lang="fr-CH" dirty="0" err="1"/>
              <a:t>HyperNetwork</a:t>
            </a:r>
            <a:r>
              <a:rPr lang="fr-CH" dirty="0"/>
              <a:t> – Basic </a:t>
            </a:r>
            <a:r>
              <a:rPr lang="fr-CH" dirty="0" err="1"/>
              <a:t>Idea</a:t>
            </a:r>
            <a:endParaRPr lang="fr-CH" dirty="0"/>
          </a:p>
          <a:p>
            <a:pPr marL="0" indent="0">
              <a:buNone/>
            </a:pPr>
            <a:endParaRPr lang="fr-CH" dirty="0"/>
          </a:p>
          <a:p>
            <a:pPr marL="0" indent="0">
              <a:buNone/>
            </a:pPr>
            <a:endParaRPr lang="fr-FR" dirty="0"/>
          </a:p>
        </p:txBody>
      </p:sp>
      <p:pic>
        <p:nvPicPr>
          <p:cNvPr id="5" name="Image 4">
            <a:extLst>
              <a:ext uri="{FF2B5EF4-FFF2-40B4-BE49-F238E27FC236}">
                <a16:creationId xmlns:a16="http://schemas.microsoft.com/office/drawing/2014/main" id="{45A12E70-2623-6636-2D28-5FCCF2BF67B0}"/>
              </a:ext>
            </a:extLst>
          </p:cNvPr>
          <p:cNvPicPr>
            <a:picLocks noChangeAspect="1"/>
          </p:cNvPicPr>
          <p:nvPr/>
        </p:nvPicPr>
        <p:blipFill>
          <a:blip r:embed="rId3"/>
          <a:stretch>
            <a:fillRect/>
          </a:stretch>
        </p:blipFill>
        <p:spPr>
          <a:xfrm>
            <a:off x="765864" y="3676093"/>
            <a:ext cx="2041979" cy="1401083"/>
          </a:xfrm>
          <a:prstGeom prst="rect">
            <a:avLst/>
          </a:prstGeom>
        </p:spPr>
      </p:pic>
      <p:pic>
        <p:nvPicPr>
          <p:cNvPr id="8" name="Image 7">
            <a:extLst>
              <a:ext uri="{FF2B5EF4-FFF2-40B4-BE49-F238E27FC236}">
                <a16:creationId xmlns:a16="http://schemas.microsoft.com/office/drawing/2014/main" id="{927BE254-CEC4-7EAC-1B5C-26C1027C6156}"/>
              </a:ext>
            </a:extLst>
          </p:cNvPr>
          <p:cNvPicPr>
            <a:picLocks noChangeAspect="1"/>
          </p:cNvPicPr>
          <p:nvPr/>
        </p:nvPicPr>
        <p:blipFill>
          <a:blip r:embed="rId4"/>
          <a:stretch>
            <a:fillRect/>
          </a:stretch>
        </p:blipFill>
        <p:spPr>
          <a:xfrm>
            <a:off x="4655635" y="2971471"/>
            <a:ext cx="7012490" cy="2810329"/>
          </a:xfrm>
          <a:prstGeom prst="rect">
            <a:avLst/>
          </a:prstGeom>
        </p:spPr>
      </p:pic>
      <p:sp>
        <p:nvSpPr>
          <p:cNvPr id="9" name="ZoneTexte 8">
            <a:extLst>
              <a:ext uri="{FF2B5EF4-FFF2-40B4-BE49-F238E27FC236}">
                <a16:creationId xmlns:a16="http://schemas.microsoft.com/office/drawing/2014/main" id="{33DB10D8-7585-FE72-66D4-4ECB73EEB26C}"/>
              </a:ext>
            </a:extLst>
          </p:cNvPr>
          <p:cNvSpPr txBox="1"/>
          <p:nvPr/>
        </p:nvSpPr>
        <p:spPr>
          <a:xfrm>
            <a:off x="920469" y="5298121"/>
            <a:ext cx="17327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err="1"/>
              <a:t>Hypernetwork</a:t>
            </a:r>
            <a:endParaRPr lang="fr-FR" dirty="0"/>
          </a:p>
        </p:txBody>
      </p:sp>
      <p:sp>
        <p:nvSpPr>
          <p:cNvPr id="10" name="ZoneTexte 9">
            <a:extLst>
              <a:ext uri="{FF2B5EF4-FFF2-40B4-BE49-F238E27FC236}">
                <a16:creationId xmlns:a16="http://schemas.microsoft.com/office/drawing/2014/main" id="{9643BAD7-306A-C02A-C4C3-3B4AFAB4B13C}"/>
              </a:ext>
            </a:extLst>
          </p:cNvPr>
          <p:cNvSpPr txBox="1"/>
          <p:nvPr/>
        </p:nvSpPr>
        <p:spPr>
          <a:xfrm>
            <a:off x="7241316" y="5941697"/>
            <a:ext cx="17327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err="1"/>
              <a:t>Supernetwork</a:t>
            </a:r>
            <a:endParaRPr lang="fr-FR" dirty="0"/>
          </a:p>
        </p:txBody>
      </p:sp>
      <p:cxnSp>
        <p:nvCxnSpPr>
          <p:cNvPr id="12" name="Connecteur droit avec flèche 11">
            <a:extLst>
              <a:ext uri="{FF2B5EF4-FFF2-40B4-BE49-F238E27FC236}">
                <a16:creationId xmlns:a16="http://schemas.microsoft.com/office/drawing/2014/main" id="{B2A9D0ED-833D-6BD5-875F-AB16C55DA632}"/>
              </a:ext>
            </a:extLst>
          </p:cNvPr>
          <p:cNvCxnSpPr>
            <a:stCxn id="5" idx="3"/>
          </p:cNvCxnSpPr>
          <p:nvPr/>
        </p:nvCxnSpPr>
        <p:spPr>
          <a:xfrm>
            <a:off x="2807843" y="4376635"/>
            <a:ext cx="4020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BD5EACE9-2EE8-5022-9FB1-7E3AC3CFB84F}"/>
                  </a:ext>
                </a:extLst>
              </p:cNvPr>
              <p:cNvSpPr txBox="1"/>
              <p:nvPr/>
            </p:nvSpPr>
            <p:spPr>
              <a:xfrm>
                <a:off x="3096961" y="4145801"/>
                <a:ext cx="8501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CH" sz="2400" b="1" i="0" smtClean="0">
                          <a:latin typeface="Cambria Math" panose="02040503050406030204" pitchFamily="18" charset="0"/>
                          <a:ea typeface="Cambria Math" panose="02040503050406030204" pitchFamily="18" charset="0"/>
                        </a:rPr>
                        <m:t>ã</m:t>
                      </m:r>
                    </m:oMath>
                  </m:oMathPara>
                </a14:m>
                <a:endParaRPr lang="fr-FR" sz="2400" b="1" dirty="0"/>
              </a:p>
            </p:txBody>
          </p:sp>
        </mc:Choice>
        <mc:Fallback xmlns="">
          <p:sp>
            <p:nvSpPr>
              <p:cNvPr id="14" name="ZoneTexte 13">
                <a:extLst>
                  <a:ext uri="{FF2B5EF4-FFF2-40B4-BE49-F238E27FC236}">
                    <a16:creationId xmlns:a16="http://schemas.microsoft.com/office/drawing/2014/main" id="{BD5EACE9-2EE8-5022-9FB1-7E3AC3CFB84F}"/>
                  </a:ext>
                </a:extLst>
              </p:cNvPr>
              <p:cNvSpPr txBox="1">
                <a:spLocks noRot="1" noChangeAspect="1" noMove="1" noResize="1" noEditPoints="1" noAdjustHandles="1" noChangeArrowheads="1" noChangeShapeType="1" noTextEdit="1"/>
              </p:cNvSpPr>
              <p:nvPr/>
            </p:nvSpPr>
            <p:spPr>
              <a:xfrm>
                <a:off x="3096961" y="4145801"/>
                <a:ext cx="850106" cy="461665"/>
              </a:xfrm>
              <a:prstGeom prst="rect">
                <a:avLst/>
              </a:prstGeom>
              <a:blipFill>
                <a:blip r:embed="rId5"/>
                <a:stretch>
                  <a:fillRect/>
                </a:stretch>
              </a:blipFill>
            </p:spPr>
            <p:txBody>
              <a:bodyPr/>
              <a:lstStyle/>
              <a:p>
                <a:r>
                  <a:rPr lang="fr-FR">
                    <a:noFill/>
                  </a:rPr>
                  <a:t> </a:t>
                </a:r>
              </a:p>
            </p:txBody>
          </p:sp>
        </mc:Fallback>
      </mc:AlternateContent>
      <p:cxnSp>
        <p:nvCxnSpPr>
          <p:cNvPr id="15" name="Connecteur droit avec flèche 14">
            <a:extLst>
              <a:ext uri="{FF2B5EF4-FFF2-40B4-BE49-F238E27FC236}">
                <a16:creationId xmlns:a16="http://schemas.microsoft.com/office/drawing/2014/main" id="{75459BC4-BD20-A3D5-2400-A00AE0CBAB1B}"/>
              </a:ext>
            </a:extLst>
          </p:cNvPr>
          <p:cNvCxnSpPr>
            <a:cxnSpLocks/>
          </p:cNvCxnSpPr>
          <p:nvPr/>
        </p:nvCxnSpPr>
        <p:spPr>
          <a:xfrm>
            <a:off x="3857625" y="4376633"/>
            <a:ext cx="61912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9356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5B079-F687-92F3-E35E-C79CA8224B7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E858EBC-4153-1DBD-3187-E75FBDC0F26C}"/>
              </a:ext>
            </a:extLst>
          </p:cNvPr>
          <p:cNvSpPr>
            <a:spLocks noGrp="1"/>
          </p:cNvSpPr>
          <p:nvPr>
            <p:ph type="sldNum" sz="quarter" idx="16"/>
          </p:nvPr>
        </p:nvSpPr>
        <p:spPr/>
        <p:txBody>
          <a:bodyPr/>
          <a:lstStyle/>
          <a:p>
            <a:fld id="{167A0328-A2CC-4110-85D0-A410FFB4F3E3}" type="slidenum">
              <a:rPr lang="fr-FR" smtClean="0"/>
              <a:pPr/>
              <a:t>23</a:t>
            </a:fld>
            <a:endParaRPr lang="fr-FR" dirty="0"/>
          </a:p>
        </p:txBody>
      </p:sp>
      <p:sp>
        <p:nvSpPr>
          <p:cNvPr id="4" name="Titre 3">
            <a:extLst>
              <a:ext uri="{FF2B5EF4-FFF2-40B4-BE49-F238E27FC236}">
                <a16:creationId xmlns:a16="http://schemas.microsoft.com/office/drawing/2014/main" id="{4FD17331-E11B-796A-A87E-46CF456793D3}"/>
              </a:ext>
            </a:extLst>
          </p:cNvPr>
          <p:cNvSpPr>
            <a:spLocks noGrp="1"/>
          </p:cNvSpPr>
          <p:nvPr>
            <p:ph type="title"/>
          </p:nvPr>
        </p:nvSpPr>
        <p:spPr/>
        <p:txBody>
          <a:bodyPr>
            <a:normAutofit/>
          </a:bodyPr>
          <a:lstStyle/>
          <a:p>
            <a:r>
              <a:rPr lang="fr-CH" dirty="0"/>
              <a:t>2. </a:t>
            </a:r>
            <a:r>
              <a:rPr lang="fr-CH" dirty="0" err="1"/>
              <a:t>Reducing</a:t>
            </a:r>
            <a:r>
              <a:rPr lang="fr-CH" dirty="0"/>
              <a:t> </a:t>
            </a:r>
            <a:r>
              <a:rPr lang="fr-CH" dirty="0" err="1"/>
              <a:t>Search</a:t>
            </a:r>
            <a:r>
              <a:rPr lang="fr-CH" dirty="0"/>
              <a:t> Time</a:t>
            </a:r>
          </a:p>
        </p:txBody>
      </p:sp>
      <p:sp>
        <p:nvSpPr>
          <p:cNvPr id="16" name="ZoneTexte 15">
            <a:extLst>
              <a:ext uri="{FF2B5EF4-FFF2-40B4-BE49-F238E27FC236}">
                <a16:creationId xmlns:a16="http://schemas.microsoft.com/office/drawing/2014/main" id="{EA84F7DB-EE44-0708-BFD7-7FEA52AB562D}"/>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7DACC23F-AAC6-2D46-E687-54BDFAEC5DE0}"/>
              </a:ext>
            </a:extLst>
          </p:cNvPr>
          <p:cNvSpPr>
            <a:spLocks noGrp="1"/>
          </p:cNvSpPr>
          <p:nvPr>
            <p:ph sz="quarter" idx="13"/>
          </p:nvPr>
        </p:nvSpPr>
        <p:spPr>
          <a:xfrm>
            <a:off x="901700" y="2095499"/>
            <a:ext cx="5680075" cy="457819"/>
          </a:xfrm>
        </p:spPr>
        <p:txBody>
          <a:bodyPr>
            <a:normAutofit/>
          </a:bodyPr>
          <a:lstStyle/>
          <a:p>
            <a:pPr marL="0" indent="0">
              <a:buNone/>
            </a:pPr>
            <a:r>
              <a:rPr lang="fr-CH" dirty="0" err="1"/>
              <a:t>HyperNetwork</a:t>
            </a:r>
            <a:r>
              <a:rPr lang="fr-CH" dirty="0"/>
              <a:t> – Basic </a:t>
            </a:r>
            <a:r>
              <a:rPr lang="fr-CH" dirty="0" err="1"/>
              <a:t>Idea</a:t>
            </a:r>
            <a:endParaRPr lang="fr-CH" dirty="0"/>
          </a:p>
          <a:p>
            <a:pPr marL="0" indent="0">
              <a:buNone/>
            </a:pPr>
            <a:endParaRPr lang="fr-CH" dirty="0"/>
          </a:p>
          <a:p>
            <a:pPr marL="0" indent="0">
              <a:buNone/>
            </a:pPr>
            <a:endParaRPr lang="fr-FR" dirty="0"/>
          </a:p>
        </p:txBody>
      </p:sp>
      <p:pic>
        <p:nvPicPr>
          <p:cNvPr id="5" name="Image 4">
            <a:extLst>
              <a:ext uri="{FF2B5EF4-FFF2-40B4-BE49-F238E27FC236}">
                <a16:creationId xmlns:a16="http://schemas.microsoft.com/office/drawing/2014/main" id="{6A12B0E0-2479-585A-E8C8-48B2613ED9AF}"/>
              </a:ext>
            </a:extLst>
          </p:cNvPr>
          <p:cNvPicPr>
            <a:picLocks noChangeAspect="1"/>
          </p:cNvPicPr>
          <p:nvPr/>
        </p:nvPicPr>
        <p:blipFill>
          <a:blip r:embed="rId3"/>
          <a:stretch>
            <a:fillRect/>
          </a:stretch>
        </p:blipFill>
        <p:spPr>
          <a:xfrm>
            <a:off x="765864" y="3676093"/>
            <a:ext cx="2041979" cy="1401083"/>
          </a:xfrm>
          <a:prstGeom prst="rect">
            <a:avLst/>
          </a:prstGeom>
        </p:spPr>
      </p:pic>
      <p:pic>
        <p:nvPicPr>
          <p:cNvPr id="8" name="Image 7">
            <a:extLst>
              <a:ext uri="{FF2B5EF4-FFF2-40B4-BE49-F238E27FC236}">
                <a16:creationId xmlns:a16="http://schemas.microsoft.com/office/drawing/2014/main" id="{535A83CE-36C6-5269-C845-7EFD4EDC15B2}"/>
              </a:ext>
            </a:extLst>
          </p:cNvPr>
          <p:cNvPicPr>
            <a:picLocks noChangeAspect="1"/>
          </p:cNvPicPr>
          <p:nvPr/>
        </p:nvPicPr>
        <p:blipFill>
          <a:blip r:embed="rId4"/>
          <a:stretch>
            <a:fillRect/>
          </a:stretch>
        </p:blipFill>
        <p:spPr>
          <a:xfrm>
            <a:off x="4655635" y="2971471"/>
            <a:ext cx="7012490" cy="2810329"/>
          </a:xfrm>
          <a:prstGeom prst="rect">
            <a:avLst/>
          </a:prstGeom>
        </p:spPr>
      </p:pic>
      <p:sp>
        <p:nvSpPr>
          <p:cNvPr id="9" name="ZoneTexte 8">
            <a:extLst>
              <a:ext uri="{FF2B5EF4-FFF2-40B4-BE49-F238E27FC236}">
                <a16:creationId xmlns:a16="http://schemas.microsoft.com/office/drawing/2014/main" id="{C49A383A-3172-0280-0582-4CD84DD5164A}"/>
              </a:ext>
            </a:extLst>
          </p:cNvPr>
          <p:cNvSpPr txBox="1"/>
          <p:nvPr/>
        </p:nvSpPr>
        <p:spPr>
          <a:xfrm>
            <a:off x="920469" y="5298121"/>
            <a:ext cx="17327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err="1"/>
              <a:t>Hypernetwork</a:t>
            </a:r>
            <a:endParaRPr lang="fr-FR" dirty="0"/>
          </a:p>
        </p:txBody>
      </p:sp>
      <p:sp>
        <p:nvSpPr>
          <p:cNvPr id="10" name="ZoneTexte 9">
            <a:extLst>
              <a:ext uri="{FF2B5EF4-FFF2-40B4-BE49-F238E27FC236}">
                <a16:creationId xmlns:a16="http://schemas.microsoft.com/office/drawing/2014/main" id="{9B857920-9FFA-6CF8-0C07-5A6466EC44FD}"/>
              </a:ext>
            </a:extLst>
          </p:cNvPr>
          <p:cNvSpPr txBox="1"/>
          <p:nvPr/>
        </p:nvSpPr>
        <p:spPr>
          <a:xfrm>
            <a:off x="7241316" y="5941697"/>
            <a:ext cx="17327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err="1"/>
              <a:t>Supernetwork</a:t>
            </a:r>
            <a:endParaRPr lang="fr-FR" dirty="0"/>
          </a:p>
        </p:txBody>
      </p:sp>
      <p:cxnSp>
        <p:nvCxnSpPr>
          <p:cNvPr id="12" name="Connecteur droit avec flèche 11">
            <a:extLst>
              <a:ext uri="{FF2B5EF4-FFF2-40B4-BE49-F238E27FC236}">
                <a16:creationId xmlns:a16="http://schemas.microsoft.com/office/drawing/2014/main" id="{ABBA3729-9401-6EEC-D0B7-080EB74431A7}"/>
              </a:ext>
            </a:extLst>
          </p:cNvPr>
          <p:cNvCxnSpPr>
            <a:stCxn id="5" idx="3"/>
          </p:cNvCxnSpPr>
          <p:nvPr/>
        </p:nvCxnSpPr>
        <p:spPr>
          <a:xfrm>
            <a:off x="2807843" y="4376635"/>
            <a:ext cx="4020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2C844114-0D25-2470-4618-62234773358E}"/>
                  </a:ext>
                </a:extLst>
              </p:cNvPr>
              <p:cNvSpPr txBox="1"/>
              <p:nvPr/>
            </p:nvSpPr>
            <p:spPr>
              <a:xfrm>
                <a:off x="3096961" y="4145801"/>
                <a:ext cx="8501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CH" sz="2400" b="1">
                          <a:latin typeface="Cambria Math" panose="02040503050406030204" pitchFamily="18" charset="0"/>
                          <a:ea typeface="Cambria Math" panose="02040503050406030204" pitchFamily="18" charset="0"/>
                        </a:rPr>
                        <m:t>ã</m:t>
                      </m:r>
                    </m:oMath>
                  </m:oMathPara>
                </a14:m>
                <a:endParaRPr lang="fr-FR" sz="2400" b="1" dirty="0"/>
              </a:p>
            </p:txBody>
          </p:sp>
        </mc:Choice>
        <mc:Fallback xmlns="">
          <p:sp>
            <p:nvSpPr>
              <p:cNvPr id="14" name="ZoneTexte 13">
                <a:extLst>
                  <a:ext uri="{FF2B5EF4-FFF2-40B4-BE49-F238E27FC236}">
                    <a16:creationId xmlns:a16="http://schemas.microsoft.com/office/drawing/2014/main" id="{2C844114-0D25-2470-4618-62234773358E}"/>
                  </a:ext>
                </a:extLst>
              </p:cNvPr>
              <p:cNvSpPr txBox="1">
                <a:spLocks noRot="1" noChangeAspect="1" noMove="1" noResize="1" noEditPoints="1" noAdjustHandles="1" noChangeArrowheads="1" noChangeShapeType="1" noTextEdit="1"/>
              </p:cNvSpPr>
              <p:nvPr/>
            </p:nvSpPr>
            <p:spPr>
              <a:xfrm>
                <a:off x="3096961" y="4145801"/>
                <a:ext cx="850106" cy="461665"/>
              </a:xfrm>
              <a:prstGeom prst="rect">
                <a:avLst/>
              </a:prstGeom>
              <a:blipFill>
                <a:blip r:embed="rId5"/>
                <a:stretch>
                  <a:fillRect/>
                </a:stretch>
              </a:blipFill>
            </p:spPr>
            <p:txBody>
              <a:bodyPr/>
              <a:lstStyle/>
              <a:p>
                <a:r>
                  <a:rPr lang="fr-FR">
                    <a:noFill/>
                  </a:rPr>
                  <a:t> </a:t>
                </a:r>
              </a:p>
            </p:txBody>
          </p:sp>
        </mc:Fallback>
      </mc:AlternateContent>
      <p:cxnSp>
        <p:nvCxnSpPr>
          <p:cNvPr id="15" name="Connecteur droit avec flèche 14">
            <a:extLst>
              <a:ext uri="{FF2B5EF4-FFF2-40B4-BE49-F238E27FC236}">
                <a16:creationId xmlns:a16="http://schemas.microsoft.com/office/drawing/2014/main" id="{FD709581-729B-AA4E-E58C-CDEE48167189}"/>
              </a:ext>
            </a:extLst>
          </p:cNvPr>
          <p:cNvCxnSpPr>
            <a:cxnSpLocks/>
          </p:cNvCxnSpPr>
          <p:nvPr/>
        </p:nvCxnSpPr>
        <p:spPr>
          <a:xfrm>
            <a:off x="3857625" y="4376633"/>
            <a:ext cx="61912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6">
            <p14:nvContentPartPr>
              <p14:cNvPr id="18" name="Encre 17">
                <a:extLst>
                  <a:ext uri="{FF2B5EF4-FFF2-40B4-BE49-F238E27FC236}">
                    <a16:creationId xmlns:a16="http://schemas.microsoft.com/office/drawing/2014/main" id="{852CDB5E-37EE-5759-AEF4-B482BCF4A331}"/>
                  </a:ext>
                </a:extLst>
              </p14:cNvPr>
              <p14:cNvContentPartPr/>
              <p14:nvPr/>
            </p14:nvContentPartPr>
            <p14:xfrm>
              <a:off x="4857645" y="4429155"/>
              <a:ext cx="360" cy="360"/>
            </p14:xfrm>
          </p:contentPart>
        </mc:Choice>
        <mc:Fallback xmlns="">
          <p:pic>
            <p:nvPicPr>
              <p:cNvPr id="18" name="Encre 17">
                <a:extLst>
                  <a:ext uri="{FF2B5EF4-FFF2-40B4-BE49-F238E27FC236}">
                    <a16:creationId xmlns:a16="http://schemas.microsoft.com/office/drawing/2014/main" id="{852CDB5E-37EE-5759-AEF4-B482BCF4A331}"/>
                  </a:ext>
                </a:extLst>
              </p:cNvPr>
              <p:cNvPicPr/>
              <p:nvPr/>
            </p:nvPicPr>
            <p:blipFill>
              <a:blip r:embed="rId7"/>
              <a:stretch>
                <a:fillRect/>
              </a:stretch>
            </p:blipFill>
            <p:spPr>
              <a:xfrm>
                <a:off x="4794645" y="436615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Encre 18">
                <a:extLst>
                  <a:ext uri="{FF2B5EF4-FFF2-40B4-BE49-F238E27FC236}">
                    <a16:creationId xmlns:a16="http://schemas.microsoft.com/office/drawing/2014/main" id="{A32BAA41-6E8E-E33E-77AA-53B3D2BEB4C0}"/>
                  </a:ext>
                </a:extLst>
              </p14:cNvPr>
              <p14:cNvContentPartPr/>
              <p14:nvPr/>
            </p14:nvContentPartPr>
            <p14:xfrm>
              <a:off x="5953125" y="4028835"/>
              <a:ext cx="360" cy="360"/>
            </p14:xfrm>
          </p:contentPart>
        </mc:Choice>
        <mc:Fallback xmlns="">
          <p:pic>
            <p:nvPicPr>
              <p:cNvPr id="19" name="Encre 18">
                <a:extLst>
                  <a:ext uri="{FF2B5EF4-FFF2-40B4-BE49-F238E27FC236}">
                    <a16:creationId xmlns:a16="http://schemas.microsoft.com/office/drawing/2014/main" id="{A32BAA41-6E8E-E33E-77AA-53B3D2BEB4C0}"/>
                  </a:ext>
                </a:extLst>
              </p:cNvPr>
              <p:cNvPicPr/>
              <p:nvPr/>
            </p:nvPicPr>
            <p:blipFill>
              <a:blip r:embed="rId7"/>
              <a:stretch>
                <a:fillRect/>
              </a:stretch>
            </p:blipFill>
            <p:spPr>
              <a:xfrm>
                <a:off x="5890125" y="396583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Encre 19">
                <a:extLst>
                  <a:ext uri="{FF2B5EF4-FFF2-40B4-BE49-F238E27FC236}">
                    <a16:creationId xmlns:a16="http://schemas.microsoft.com/office/drawing/2014/main" id="{9E90821F-56F9-0F23-69F9-E17576803CF5}"/>
                  </a:ext>
                </a:extLst>
              </p14:cNvPr>
              <p14:cNvContentPartPr/>
              <p14:nvPr/>
            </p14:nvContentPartPr>
            <p14:xfrm>
              <a:off x="7048605" y="4314675"/>
              <a:ext cx="360" cy="360"/>
            </p14:xfrm>
          </p:contentPart>
        </mc:Choice>
        <mc:Fallback xmlns="">
          <p:pic>
            <p:nvPicPr>
              <p:cNvPr id="20" name="Encre 19">
                <a:extLst>
                  <a:ext uri="{FF2B5EF4-FFF2-40B4-BE49-F238E27FC236}">
                    <a16:creationId xmlns:a16="http://schemas.microsoft.com/office/drawing/2014/main" id="{9E90821F-56F9-0F23-69F9-E17576803CF5}"/>
                  </a:ext>
                </a:extLst>
              </p:cNvPr>
              <p:cNvPicPr/>
              <p:nvPr/>
            </p:nvPicPr>
            <p:blipFill>
              <a:blip r:embed="rId7"/>
              <a:stretch>
                <a:fillRect/>
              </a:stretch>
            </p:blipFill>
            <p:spPr>
              <a:xfrm>
                <a:off x="6985605" y="425167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Encre 20">
                <a:extLst>
                  <a:ext uri="{FF2B5EF4-FFF2-40B4-BE49-F238E27FC236}">
                    <a16:creationId xmlns:a16="http://schemas.microsoft.com/office/drawing/2014/main" id="{1A1D16FF-4D08-867D-C9B9-CAAEF1B08B24}"/>
                  </a:ext>
                </a:extLst>
              </p14:cNvPr>
              <p14:cNvContentPartPr/>
              <p14:nvPr/>
            </p14:nvContentPartPr>
            <p14:xfrm>
              <a:off x="7048605" y="3771795"/>
              <a:ext cx="360" cy="360"/>
            </p14:xfrm>
          </p:contentPart>
        </mc:Choice>
        <mc:Fallback xmlns="">
          <p:pic>
            <p:nvPicPr>
              <p:cNvPr id="21" name="Encre 20">
                <a:extLst>
                  <a:ext uri="{FF2B5EF4-FFF2-40B4-BE49-F238E27FC236}">
                    <a16:creationId xmlns:a16="http://schemas.microsoft.com/office/drawing/2014/main" id="{1A1D16FF-4D08-867D-C9B9-CAAEF1B08B24}"/>
                  </a:ext>
                </a:extLst>
              </p:cNvPr>
              <p:cNvPicPr/>
              <p:nvPr/>
            </p:nvPicPr>
            <p:blipFill>
              <a:blip r:embed="rId7"/>
              <a:stretch>
                <a:fillRect/>
              </a:stretch>
            </p:blipFill>
            <p:spPr>
              <a:xfrm>
                <a:off x="6985605" y="370879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Encre 21">
                <a:extLst>
                  <a:ext uri="{FF2B5EF4-FFF2-40B4-BE49-F238E27FC236}">
                    <a16:creationId xmlns:a16="http://schemas.microsoft.com/office/drawing/2014/main" id="{E1AFBC58-087F-DD86-3208-FF7689B71534}"/>
                  </a:ext>
                </a:extLst>
              </p14:cNvPr>
              <p14:cNvContentPartPr/>
              <p14:nvPr/>
            </p14:nvContentPartPr>
            <p14:xfrm>
              <a:off x="8143725" y="5086155"/>
              <a:ext cx="360" cy="360"/>
            </p14:xfrm>
          </p:contentPart>
        </mc:Choice>
        <mc:Fallback xmlns="">
          <p:pic>
            <p:nvPicPr>
              <p:cNvPr id="22" name="Encre 21">
                <a:extLst>
                  <a:ext uri="{FF2B5EF4-FFF2-40B4-BE49-F238E27FC236}">
                    <a16:creationId xmlns:a16="http://schemas.microsoft.com/office/drawing/2014/main" id="{E1AFBC58-087F-DD86-3208-FF7689B71534}"/>
                  </a:ext>
                </a:extLst>
              </p:cNvPr>
              <p:cNvPicPr/>
              <p:nvPr/>
            </p:nvPicPr>
            <p:blipFill>
              <a:blip r:embed="rId7"/>
              <a:stretch>
                <a:fillRect/>
              </a:stretch>
            </p:blipFill>
            <p:spPr>
              <a:xfrm>
                <a:off x="8080725" y="502315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Encre 22">
                <a:extLst>
                  <a:ext uri="{FF2B5EF4-FFF2-40B4-BE49-F238E27FC236}">
                    <a16:creationId xmlns:a16="http://schemas.microsoft.com/office/drawing/2014/main" id="{59D7281E-7D09-DAAA-6132-C86C286B2B36}"/>
                  </a:ext>
                </a:extLst>
              </p14:cNvPr>
              <p14:cNvContentPartPr/>
              <p14:nvPr/>
            </p14:nvContentPartPr>
            <p14:xfrm>
              <a:off x="8153445" y="4838475"/>
              <a:ext cx="360" cy="360"/>
            </p14:xfrm>
          </p:contentPart>
        </mc:Choice>
        <mc:Fallback xmlns="">
          <p:pic>
            <p:nvPicPr>
              <p:cNvPr id="23" name="Encre 22">
                <a:extLst>
                  <a:ext uri="{FF2B5EF4-FFF2-40B4-BE49-F238E27FC236}">
                    <a16:creationId xmlns:a16="http://schemas.microsoft.com/office/drawing/2014/main" id="{59D7281E-7D09-DAAA-6132-C86C286B2B36}"/>
                  </a:ext>
                </a:extLst>
              </p:cNvPr>
              <p:cNvPicPr/>
              <p:nvPr/>
            </p:nvPicPr>
            <p:blipFill>
              <a:blip r:embed="rId7"/>
              <a:stretch>
                <a:fillRect/>
              </a:stretch>
            </p:blipFill>
            <p:spPr>
              <a:xfrm>
                <a:off x="8090445" y="477547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Encre 23">
                <a:extLst>
                  <a:ext uri="{FF2B5EF4-FFF2-40B4-BE49-F238E27FC236}">
                    <a16:creationId xmlns:a16="http://schemas.microsoft.com/office/drawing/2014/main" id="{75CE125A-BE31-9DB5-1212-7D3E2495C90D}"/>
                  </a:ext>
                </a:extLst>
              </p14:cNvPr>
              <p14:cNvContentPartPr/>
              <p14:nvPr/>
            </p14:nvContentPartPr>
            <p14:xfrm>
              <a:off x="8143725" y="4571715"/>
              <a:ext cx="360" cy="360"/>
            </p14:xfrm>
          </p:contentPart>
        </mc:Choice>
        <mc:Fallback xmlns="">
          <p:pic>
            <p:nvPicPr>
              <p:cNvPr id="24" name="Encre 23">
                <a:extLst>
                  <a:ext uri="{FF2B5EF4-FFF2-40B4-BE49-F238E27FC236}">
                    <a16:creationId xmlns:a16="http://schemas.microsoft.com/office/drawing/2014/main" id="{75CE125A-BE31-9DB5-1212-7D3E2495C90D}"/>
                  </a:ext>
                </a:extLst>
              </p:cNvPr>
              <p:cNvPicPr/>
              <p:nvPr/>
            </p:nvPicPr>
            <p:blipFill>
              <a:blip r:embed="rId7"/>
              <a:stretch>
                <a:fillRect/>
              </a:stretch>
            </p:blipFill>
            <p:spPr>
              <a:xfrm>
                <a:off x="8080725" y="450871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Encre 24">
                <a:extLst>
                  <a:ext uri="{FF2B5EF4-FFF2-40B4-BE49-F238E27FC236}">
                    <a16:creationId xmlns:a16="http://schemas.microsoft.com/office/drawing/2014/main" id="{761A0E61-017B-C862-3577-643248F297B2}"/>
                  </a:ext>
                </a:extLst>
              </p14:cNvPr>
              <p14:cNvContentPartPr/>
              <p14:nvPr/>
            </p14:nvContentPartPr>
            <p14:xfrm>
              <a:off x="9248925" y="4333755"/>
              <a:ext cx="360" cy="360"/>
            </p14:xfrm>
          </p:contentPart>
        </mc:Choice>
        <mc:Fallback xmlns="">
          <p:pic>
            <p:nvPicPr>
              <p:cNvPr id="25" name="Encre 24">
                <a:extLst>
                  <a:ext uri="{FF2B5EF4-FFF2-40B4-BE49-F238E27FC236}">
                    <a16:creationId xmlns:a16="http://schemas.microsoft.com/office/drawing/2014/main" id="{761A0E61-017B-C862-3577-643248F297B2}"/>
                  </a:ext>
                </a:extLst>
              </p:cNvPr>
              <p:cNvPicPr/>
              <p:nvPr/>
            </p:nvPicPr>
            <p:blipFill>
              <a:blip r:embed="rId7"/>
              <a:stretch>
                <a:fillRect/>
              </a:stretch>
            </p:blipFill>
            <p:spPr>
              <a:xfrm>
                <a:off x="9185925" y="427075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6" name="Encre 25">
                <a:extLst>
                  <a:ext uri="{FF2B5EF4-FFF2-40B4-BE49-F238E27FC236}">
                    <a16:creationId xmlns:a16="http://schemas.microsoft.com/office/drawing/2014/main" id="{BB1557E0-90DE-D9E4-E40F-C655CD52ABCB}"/>
                  </a:ext>
                </a:extLst>
              </p14:cNvPr>
              <p14:cNvContentPartPr/>
              <p14:nvPr/>
            </p14:nvContentPartPr>
            <p14:xfrm>
              <a:off x="9248925" y="4028835"/>
              <a:ext cx="360" cy="360"/>
            </p14:xfrm>
          </p:contentPart>
        </mc:Choice>
        <mc:Fallback xmlns="">
          <p:pic>
            <p:nvPicPr>
              <p:cNvPr id="26" name="Encre 25">
                <a:extLst>
                  <a:ext uri="{FF2B5EF4-FFF2-40B4-BE49-F238E27FC236}">
                    <a16:creationId xmlns:a16="http://schemas.microsoft.com/office/drawing/2014/main" id="{BB1557E0-90DE-D9E4-E40F-C655CD52ABCB}"/>
                  </a:ext>
                </a:extLst>
              </p:cNvPr>
              <p:cNvPicPr/>
              <p:nvPr/>
            </p:nvPicPr>
            <p:blipFill>
              <a:blip r:embed="rId7"/>
              <a:stretch>
                <a:fillRect/>
              </a:stretch>
            </p:blipFill>
            <p:spPr>
              <a:xfrm>
                <a:off x="9185925" y="396583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7" name="Encre 26">
                <a:extLst>
                  <a:ext uri="{FF2B5EF4-FFF2-40B4-BE49-F238E27FC236}">
                    <a16:creationId xmlns:a16="http://schemas.microsoft.com/office/drawing/2014/main" id="{B601755A-67F3-B529-119C-3D30C5A095D6}"/>
                  </a:ext>
                </a:extLst>
              </p14:cNvPr>
              <p14:cNvContentPartPr/>
              <p14:nvPr/>
            </p14:nvContentPartPr>
            <p14:xfrm>
              <a:off x="9239205" y="3714555"/>
              <a:ext cx="360" cy="360"/>
            </p14:xfrm>
          </p:contentPart>
        </mc:Choice>
        <mc:Fallback xmlns="">
          <p:pic>
            <p:nvPicPr>
              <p:cNvPr id="27" name="Encre 26">
                <a:extLst>
                  <a:ext uri="{FF2B5EF4-FFF2-40B4-BE49-F238E27FC236}">
                    <a16:creationId xmlns:a16="http://schemas.microsoft.com/office/drawing/2014/main" id="{B601755A-67F3-B529-119C-3D30C5A095D6}"/>
                  </a:ext>
                </a:extLst>
              </p:cNvPr>
              <p:cNvPicPr/>
              <p:nvPr/>
            </p:nvPicPr>
            <p:blipFill>
              <a:blip r:embed="rId7"/>
              <a:stretch>
                <a:fillRect/>
              </a:stretch>
            </p:blipFill>
            <p:spPr>
              <a:xfrm>
                <a:off x="9176205" y="365155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8" name="Encre 27">
                <a:extLst>
                  <a:ext uri="{FF2B5EF4-FFF2-40B4-BE49-F238E27FC236}">
                    <a16:creationId xmlns:a16="http://schemas.microsoft.com/office/drawing/2014/main" id="{FC78EB7A-8BFF-C79D-2375-E3B2A208EEBC}"/>
                  </a:ext>
                </a:extLst>
              </p14:cNvPr>
              <p14:cNvContentPartPr/>
              <p14:nvPr/>
            </p14:nvContentPartPr>
            <p14:xfrm>
              <a:off x="10353765" y="4848195"/>
              <a:ext cx="360" cy="360"/>
            </p14:xfrm>
          </p:contentPart>
        </mc:Choice>
        <mc:Fallback xmlns="">
          <p:pic>
            <p:nvPicPr>
              <p:cNvPr id="28" name="Encre 27">
                <a:extLst>
                  <a:ext uri="{FF2B5EF4-FFF2-40B4-BE49-F238E27FC236}">
                    <a16:creationId xmlns:a16="http://schemas.microsoft.com/office/drawing/2014/main" id="{FC78EB7A-8BFF-C79D-2375-E3B2A208EEBC}"/>
                  </a:ext>
                </a:extLst>
              </p:cNvPr>
              <p:cNvPicPr/>
              <p:nvPr/>
            </p:nvPicPr>
            <p:blipFill>
              <a:blip r:embed="rId7"/>
              <a:stretch>
                <a:fillRect/>
              </a:stretch>
            </p:blipFill>
            <p:spPr>
              <a:xfrm>
                <a:off x="10290765" y="478519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Encre 28">
                <a:extLst>
                  <a:ext uri="{FF2B5EF4-FFF2-40B4-BE49-F238E27FC236}">
                    <a16:creationId xmlns:a16="http://schemas.microsoft.com/office/drawing/2014/main" id="{F19CC16E-E791-76F7-FCB3-D5E2B30AA554}"/>
                  </a:ext>
                </a:extLst>
              </p14:cNvPr>
              <p14:cNvContentPartPr/>
              <p14:nvPr/>
            </p14:nvContentPartPr>
            <p14:xfrm>
              <a:off x="10344045" y="3171675"/>
              <a:ext cx="360" cy="360"/>
            </p14:xfrm>
          </p:contentPart>
        </mc:Choice>
        <mc:Fallback xmlns="">
          <p:pic>
            <p:nvPicPr>
              <p:cNvPr id="29" name="Encre 28">
                <a:extLst>
                  <a:ext uri="{FF2B5EF4-FFF2-40B4-BE49-F238E27FC236}">
                    <a16:creationId xmlns:a16="http://schemas.microsoft.com/office/drawing/2014/main" id="{F19CC16E-E791-76F7-FCB3-D5E2B30AA554}"/>
                  </a:ext>
                </a:extLst>
              </p:cNvPr>
              <p:cNvPicPr/>
              <p:nvPr/>
            </p:nvPicPr>
            <p:blipFill>
              <a:blip r:embed="rId7"/>
              <a:stretch>
                <a:fillRect/>
              </a:stretch>
            </p:blipFill>
            <p:spPr>
              <a:xfrm>
                <a:off x="10281045" y="310867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0" name="Encre 29">
                <a:extLst>
                  <a:ext uri="{FF2B5EF4-FFF2-40B4-BE49-F238E27FC236}">
                    <a16:creationId xmlns:a16="http://schemas.microsoft.com/office/drawing/2014/main" id="{189708FE-37D3-6024-51B7-1513DF5B8DAF}"/>
                  </a:ext>
                </a:extLst>
              </p14:cNvPr>
              <p14:cNvContentPartPr/>
              <p14:nvPr/>
            </p14:nvContentPartPr>
            <p14:xfrm>
              <a:off x="11448885" y="4438515"/>
              <a:ext cx="360" cy="360"/>
            </p14:xfrm>
          </p:contentPart>
        </mc:Choice>
        <mc:Fallback xmlns="">
          <p:pic>
            <p:nvPicPr>
              <p:cNvPr id="30" name="Encre 29">
                <a:extLst>
                  <a:ext uri="{FF2B5EF4-FFF2-40B4-BE49-F238E27FC236}">
                    <a16:creationId xmlns:a16="http://schemas.microsoft.com/office/drawing/2014/main" id="{189708FE-37D3-6024-51B7-1513DF5B8DAF}"/>
                  </a:ext>
                </a:extLst>
              </p:cNvPr>
              <p:cNvPicPr/>
              <p:nvPr/>
            </p:nvPicPr>
            <p:blipFill>
              <a:blip r:embed="rId7"/>
              <a:stretch>
                <a:fillRect/>
              </a:stretch>
            </p:blipFill>
            <p:spPr>
              <a:xfrm>
                <a:off x="11385885" y="4375515"/>
                <a:ext cx="126000" cy="126000"/>
              </a:xfrm>
              <a:prstGeom prst="rect">
                <a:avLst/>
              </a:prstGeom>
            </p:spPr>
          </p:pic>
        </mc:Fallback>
      </mc:AlternateContent>
      <p:cxnSp>
        <p:nvCxnSpPr>
          <p:cNvPr id="7" name="Connecteur droit 6">
            <a:extLst>
              <a:ext uri="{FF2B5EF4-FFF2-40B4-BE49-F238E27FC236}">
                <a16:creationId xmlns:a16="http://schemas.microsoft.com/office/drawing/2014/main" id="{49F63D89-1CA0-7276-68B9-3CA1EA5CA7E1}"/>
              </a:ext>
            </a:extLst>
          </p:cNvPr>
          <p:cNvCxnSpPr/>
          <p:nvPr/>
        </p:nvCxnSpPr>
        <p:spPr>
          <a:xfrm flipV="1">
            <a:off x="4857645" y="4028835"/>
            <a:ext cx="1095480" cy="40968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Connecteur droit 10">
            <a:extLst>
              <a:ext uri="{FF2B5EF4-FFF2-40B4-BE49-F238E27FC236}">
                <a16:creationId xmlns:a16="http://schemas.microsoft.com/office/drawing/2014/main" id="{51445DDD-3086-88E3-C0AF-885DA4FDE92C}"/>
              </a:ext>
            </a:extLst>
          </p:cNvPr>
          <p:cNvCxnSpPr>
            <a:cxnSpLocks/>
          </p:cNvCxnSpPr>
          <p:nvPr/>
        </p:nvCxnSpPr>
        <p:spPr>
          <a:xfrm flipH="1" flipV="1">
            <a:off x="5953125" y="4028835"/>
            <a:ext cx="1095480" cy="285840"/>
          </a:xfrm>
          <a:prstGeom prst="line">
            <a:avLst/>
          </a:prstGeom>
        </p:spPr>
        <p:style>
          <a:lnRef idx="2">
            <a:schemeClr val="accent6"/>
          </a:lnRef>
          <a:fillRef idx="0">
            <a:schemeClr val="accent6"/>
          </a:fillRef>
          <a:effectRef idx="1">
            <a:schemeClr val="accent6"/>
          </a:effectRef>
          <a:fontRef idx="minor">
            <a:schemeClr val="tx1"/>
          </a:fontRef>
        </p:style>
      </p:cxnSp>
      <p:cxnSp>
        <p:nvCxnSpPr>
          <p:cNvPr id="31" name="Connecteur droit 30">
            <a:extLst>
              <a:ext uri="{FF2B5EF4-FFF2-40B4-BE49-F238E27FC236}">
                <a16:creationId xmlns:a16="http://schemas.microsoft.com/office/drawing/2014/main" id="{0187EF1F-DEA9-FD4A-CC0E-E8D3398DD0C2}"/>
              </a:ext>
            </a:extLst>
          </p:cNvPr>
          <p:cNvCxnSpPr>
            <a:cxnSpLocks/>
          </p:cNvCxnSpPr>
          <p:nvPr/>
        </p:nvCxnSpPr>
        <p:spPr>
          <a:xfrm flipH="1">
            <a:off x="5953125" y="3757575"/>
            <a:ext cx="1095480" cy="279073"/>
          </a:xfrm>
          <a:prstGeom prst="line">
            <a:avLst/>
          </a:prstGeom>
        </p:spPr>
        <p:style>
          <a:lnRef idx="2">
            <a:schemeClr val="accent6"/>
          </a:lnRef>
          <a:fillRef idx="0">
            <a:schemeClr val="accent6"/>
          </a:fillRef>
          <a:effectRef idx="1">
            <a:schemeClr val="accent6"/>
          </a:effectRef>
          <a:fontRef idx="minor">
            <a:schemeClr val="tx1"/>
          </a:fontRef>
        </p:style>
      </p:cxnSp>
      <p:cxnSp>
        <p:nvCxnSpPr>
          <p:cNvPr id="33" name="Connecteur droit 32">
            <a:extLst>
              <a:ext uri="{FF2B5EF4-FFF2-40B4-BE49-F238E27FC236}">
                <a16:creationId xmlns:a16="http://schemas.microsoft.com/office/drawing/2014/main" id="{74177D4E-967F-80A3-5CDC-F77BE214F3FB}"/>
              </a:ext>
            </a:extLst>
          </p:cNvPr>
          <p:cNvCxnSpPr>
            <a:cxnSpLocks/>
          </p:cNvCxnSpPr>
          <p:nvPr/>
        </p:nvCxnSpPr>
        <p:spPr>
          <a:xfrm flipH="1" flipV="1">
            <a:off x="7048605" y="3786375"/>
            <a:ext cx="1104840" cy="771884"/>
          </a:xfrm>
          <a:prstGeom prst="line">
            <a:avLst/>
          </a:prstGeom>
        </p:spPr>
        <p:style>
          <a:lnRef idx="2">
            <a:schemeClr val="accent6"/>
          </a:lnRef>
          <a:fillRef idx="0">
            <a:schemeClr val="accent6"/>
          </a:fillRef>
          <a:effectRef idx="1">
            <a:schemeClr val="accent6"/>
          </a:effectRef>
          <a:fontRef idx="minor">
            <a:schemeClr val="tx1"/>
          </a:fontRef>
        </p:style>
      </p:cxnSp>
      <p:cxnSp>
        <p:nvCxnSpPr>
          <p:cNvPr id="36" name="Connecteur droit 35">
            <a:extLst>
              <a:ext uri="{FF2B5EF4-FFF2-40B4-BE49-F238E27FC236}">
                <a16:creationId xmlns:a16="http://schemas.microsoft.com/office/drawing/2014/main" id="{68F52085-BF60-0006-13D1-48258775B392}"/>
              </a:ext>
            </a:extLst>
          </p:cNvPr>
          <p:cNvCxnSpPr>
            <a:cxnSpLocks/>
          </p:cNvCxnSpPr>
          <p:nvPr/>
        </p:nvCxnSpPr>
        <p:spPr>
          <a:xfrm flipH="1" flipV="1">
            <a:off x="7043925" y="4312425"/>
            <a:ext cx="1099800" cy="273510"/>
          </a:xfrm>
          <a:prstGeom prst="line">
            <a:avLst/>
          </a:prstGeom>
        </p:spPr>
        <p:style>
          <a:lnRef idx="2">
            <a:schemeClr val="accent6"/>
          </a:lnRef>
          <a:fillRef idx="0">
            <a:schemeClr val="accent6"/>
          </a:fillRef>
          <a:effectRef idx="1">
            <a:schemeClr val="accent6"/>
          </a:effectRef>
          <a:fontRef idx="minor">
            <a:schemeClr val="tx1"/>
          </a:fontRef>
        </p:style>
      </p:cxnSp>
      <p:cxnSp>
        <p:nvCxnSpPr>
          <p:cNvPr id="39" name="Connecteur droit 38">
            <a:extLst>
              <a:ext uri="{FF2B5EF4-FFF2-40B4-BE49-F238E27FC236}">
                <a16:creationId xmlns:a16="http://schemas.microsoft.com/office/drawing/2014/main" id="{03DC16A4-9E88-28BA-D97B-7E6B8304AF71}"/>
              </a:ext>
            </a:extLst>
          </p:cNvPr>
          <p:cNvCxnSpPr>
            <a:cxnSpLocks/>
          </p:cNvCxnSpPr>
          <p:nvPr/>
        </p:nvCxnSpPr>
        <p:spPr>
          <a:xfrm flipH="1" flipV="1">
            <a:off x="7043565" y="4312425"/>
            <a:ext cx="1109880" cy="524547"/>
          </a:xfrm>
          <a:prstGeom prst="line">
            <a:avLst/>
          </a:prstGeom>
        </p:spPr>
        <p:style>
          <a:lnRef idx="2">
            <a:schemeClr val="accent6"/>
          </a:lnRef>
          <a:fillRef idx="0">
            <a:schemeClr val="accent6"/>
          </a:fillRef>
          <a:effectRef idx="1">
            <a:schemeClr val="accent6"/>
          </a:effectRef>
          <a:fontRef idx="minor">
            <a:schemeClr val="tx1"/>
          </a:fontRef>
        </p:style>
      </p:cxnSp>
      <p:cxnSp>
        <p:nvCxnSpPr>
          <p:cNvPr id="42" name="Connecteur droit 41">
            <a:extLst>
              <a:ext uri="{FF2B5EF4-FFF2-40B4-BE49-F238E27FC236}">
                <a16:creationId xmlns:a16="http://schemas.microsoft.com/office/drawing/2014/main" id="{E1D34914-ADD5-464E-F848-6C06C2B0036D}"/>
              </a:ext>
            </a:extLst>
          </p:cNvPr>
          <p:cNvCxnSpPr>
            <a:cxnSpLocks/>
          </p:cNvCxnSpPr>
          <p:nvPr/>
        </p:nvCxnSpPr>
        <p:spPr>
          <a:xfrm flipH="1" flipV="1">
            <a:off x="7043205" y="4319172"/>
            <a:ext cx="1110240" cy="779885"/>
          </a:xfrm>
          <a:prstGeom prst="line">
            <a:avLst/>
          </a:prstGeom>
        </p:spPr>
        <p:style>
          <a:lnRef idx="2">
            <a:schemeClr val="accent6"/>
          </a:lnRef>
          <a:fillRef idx="0">
            <a:schemeClr val="accent6"/>
          </a:fillRef>
          <a:effectRef idx="1">
            <a:schemeClr val="accent6"/>
          </a:effectRef>
          <a:fontRef idx="minor">
            <a:schemeClr val="tx1"/>
          </a:fontRef>
        </p:style>
      </p:cxnSp>
      <p:cxnSp>
        <p:nvCxnSpPr>
          <p:cNvPr id="45" name="Connecteur droit 44">
            <a:extLst>
              <a:ext uri="{FF2B5EF4-FFF2-40B4-BE49-F238E27FC236}">
                <a16:creationId xmlns:a16="http://schemas.microsoft.com/office/drawing/2014/main" id="{1CD6A1EA-ADB5-A5DB-2374-F8FBE9B21F3E}"/>
              </a:ext>
            </a:extLst>
          </p:cNvPr>
          <p:cNvCxnSpPr>
            <a:cxnSpLocks/>
          </p:cNvCxnSpPr>
          <p:nvPr/>
        </p:nvCxnSpPr>
        <p:spPr>
          <a:xfrm flipH="1" flipV="1">
            <a:off x="7042845" y="3757575"/>
            <a:ext cx="1100880" cy="1319601"/>
          </a:xfrm>
          <a:prstGeom prst="line">
            <a:avLst/>
          </a:prstGeom>
        </p:spPr>
        <p:style>
          <a:lnRef idx="2">
            <a:schemeClr val="accent6"/>
          </a:lnRef>
          <a:fillRef idx="0">
            <a:schemeClr val="accent6"/>
          </a:fillRef>
          <a:effectRef idx="1">
            <a:schemeClr val="accent6"/>
          </a:effectRef>
          <a:fontRef idx="minor">
            <a:schemeClr val="tx1"/>
          </a:fontRef>
        </p:style>
      </p:cxnSp>
      <p:cxnSp>
        <p:nvCxnSpPr>
          <p:cNvPr id="48" name="Connecteur droit 47">
            <a:extLst>
              <a:ext uri="{FF2B5EF4-FFF2-40B4-BE49-F238E27FC236}">
                <a16:creationId xmlns:a16="http://schemas.microsoft.com/office/drawing/2014/main" id="{E596FA89-37E9-5153-B42D-935F0991103D}"/>
              </a:ext>
            </a:extLst>
          </p:cNvPr>
          <p:cNvCxnSpPr>
            <a:cxnSpLocks/>
          </p:cNvCxnSpPr>
          <p:nvPr/>
        </p:nvCxnSpPr>
        <p:spPr>
          <a:xfrm flipH="1" flipV="1">
            <a:off x="7048965" y="3757575"/>
            <a:ext cx="1095480" cy="1079397"/>
          </a:xfrm>
          <a:prstGeom prst="line">
            <a:avLst/>
          </a:prstGeom>
        </p:spPr>
        <p:style>
          <a:lnRef idx="2">
            <a:schemeClr val="accent6"/>
          </a:lnRef>
          <a:fillRef idx="0">
            <a:schemeClr val="accent6"/>
          </a:fillRef>
          <a:effectRef idx="1">
            <a:schemeClr val="accent6"/>
          </a:effectRef>
          <a:fontRef idx="minor">
            <a:schemeClr val="tx1"/>
          </a:fontRef>
        </p:style>
      </p:cxnSp>
      <p:cxnSp>
        <p:nvCxnSpPr>
          <p:cNvPr id="51" name="Connecteur droit 50">
            <a:extLst>
              <a:ext uri="{FF2B5EF4-FFF2-40B4-BE49-F238E27FC236}">
                <a16:creationId xmlns:a16="http://schemas.microsoft.com/office/drawing/2014/main" id="{B68D933E-BC89-D2FB-E544-3969D2636162}"/>
              </a:ext>
            </a:extLst>
          </p:cNvPr>
          <p:cNvCxnSpPr>
            <a:cxnSpLocks/>
          </p:cNvCxnSpPr>
          <p:nvPr/>
        </p:nvCxnSpPr>
        <p:spPr>
          <a:xfrm flipH="1">
            <a:off x="8161880" y="3714555"/>
            <a:ext cx="1071205" cy="857160"/>
          </a:xfrm>
          <a:prstGeom prst="line">
            <a:avLst/>
          </a:prstGeom>
        </p:spPr>
        <p:style>
          <a:lnRef idx="2">
            <a:schemeClr val="accent6"/>
          </a:lnRef>
          <a:fillRef idx="0">
            <a:schemeClr val="accent6"/>
          </a:fillRef>
          <a:effectRef idx="1">
            <a:schemeClr val="accent6"/>
          </a:effectRef>
          <a:fontRef idx="minor">
            <a:schemeClr val="tx1"/>
          </a:fontRef>
        </p:style>
      </p:cxnSp>
      <p:cxnSp>
        <p:nvCxnSpPr>
          <p:cNvPr id="54" name="Connecteur droit 53">
            <a:extLst>
              <a:ext uri="{FF2B5EF4-FFF2-40B4-BE49-F238E27FC236}">
                <a16:creationId xmlns:a16="http://schemas.microsoft.com/office/drawing/2014/main" id="{EB21B232-183C-8DF9-56BF-65DC7DCC7986}"/>
              </a:ext>
            </a:extLst>
          </p:cNvPr>
          <p:cNvCxnSpPr>
            <a:cxnSpLocks/>
          </p:cNvCxnSpPr>
          <p:nvPr/>
        </p:nvCxnSpPr>
        <p:spPr>
          <a:xfrm flipH="1">
            <a:off x="8171600" y="4036648"/>
            <a:ext cx="1076605" cy="820665"/>
          </a:xfrm>
          <a:prstGeom prst="line">
            <a:avLst/>
          </a:prstGeom>
        </p:spPr>
        <p:style>
          <a:lnRef idx="2">
            <a:schemeClr val="accent6"/>
          </a:lnRef>
          <a:fillRef idx="0">
            <a:schemeClr val="accent6"/>
          </a:fillRef>
          <a:effectRef idx="1">
            <a:schemeClr val="accent6"/>
          </a:effectRef>
          <a:fontRef idx="minor">
            <a:schemeClr val="tx1"/>
          </a:fontRef>
        </p:style>
      </p:cxnSp>
      <p:cxnSp>
        <p:nvCxnSpPr>
          <p:cNvPr id="57" name="Connecteur droit 56">
            <a:extLst>
              <a:ext uri="{FF2B5EF4-FFF2-40B4-BE49-F238E27FC236}">
                <a16:creationId xmlns:a16="http://schemas.microsoft.com/office/drawing/2014/main" id="{46DD4D41-60C2-E031-6CC3-DEAC809CBD12}"/>
              </a:ext>
            </a:extLst>
          </p:cNvPr>
          <p:cNvCxnSpPr>
            <a:cxnSpLocks/>
          </p:cNvCxnSpPr>
          <p:nvPr/>
        </p:nvCxnSpPr>
        <p:spPr>
          <a:xfrm flipH="1">
            <a:off x="8158125" y="4319172"/>
            <a:ext cx="1100880" cy="758004"/>
          </a:xfrm>
          <a:prstGeom prst="line">
            <a:avLst/>
          </a:prstGeom>
        </p:spPr>
        <p:style>
          <a:lnRef idx="2">
            <a:schemeClr val="accent6"/>
          </a:lnRef>
          <a:fillRef idx="0">
            <a:schemeClr val="accent6"/>
          </a:fillRef>
          <a:effectRef idx="1">
            <a:schemeClr val="accent6"/>
          </a:effectRef>
          <a:fontRef idx="minor">
            <a:schemeClr val="tx1"/>
          </a:fontRef>
        </p:style>
      </p:cxnSp>
      <p:cxnSp>
        <p:nvCxnSpPr>
          <p:cNvPr id="60" name="Connecteur droit 59">
            <a:extLst>
              <a:ext uri="{FF2B5EF4-FFF2-40B4-BE49-F238E27FC236}">
                <a16:creationId xmlns:a16="http://schemas.microsoft.com/office/drawing/2014/main" id="{6FC20E4E-F79A-600F-C319-04B184278BBB}"/>
              </a:ext>
            </a:extLst>
          </p:cNvPr>
          <p:cNvCxnSpPr>
            <a:cxnSpLocks/>
          </p:cNvCxnSpPr>
          <p:nvPr/>
        </p:nvCxnSpPr>
        <p:spPr>
          <a:xfrm flipH="1">
            <a:off x="8160800" y="4043778"/>
            <a:ext cx="1078765" cy="1025927"/>
          </a:xfrm>
          <a:prstGeom prst="line">
            <a:avLst/>
          </a:prstGeom>
        </p:spPr>
        <p:style>
          <a:lnRef idx="2">
            <a:schemeClr val="accent6"/>
          </a:lnRef>
          <a:fillRef idx="0">
            <a:schemeClr val="accent6"/>
          </a:fillRef>
          <a:effectRef idx="1">
            <a:schemeClr val="accent6"/>
          </a:effectRef>
          <a:fontRef idx="minor">
            <a:schemeClr val="tx1"/>
          </a:fontRef>
        </p:style>
      </p:cxnSp>
      <p:cxnSp>
        <p:nvCxnSpPr>
          <p:cNvPr id="63" name="Connecteur droit 62">
            <a:extLst>
              <a:ext uri="{FF2B5EF4-FFF2-40B4-BE49-F238E27FC236}">
                <a16:creationId xmlns:a16="http://schemas.microsoft.com/office/drawing/2014/main" id="{053BA2BD-683C-F40A-2E91-49E49F986E6D}"/>
              </a:ext>
            </a:extLst>
          </p:cNvPr>
          <p:cNvCxnSpPr>
            <a:cxnSpLocks/>
          </p:cNvCxnSpPr>
          <p:nvPr/>
        </p:nvCxnSpPr>
        <p:spPr>
          <a:xfrm flipH="1">
            <a:off x="8132925" y="3714173"/>
            <a:ext cx="1126080" cy="1324442"/>
          </a:xfrm>
          <a:prstGeom prst="line">
            <a:avLst/>
          </a:prstGeom>
        </p:spPr>
        <p:style>
          <a:lnRef idx="2">
            <a:schemeClr val="accent6"/>
          </a:lnRef>
          <a:fillRef idx="0">
            <a:schemeClr val="accent6"/>
          </a:fillRef>
          <a:effectRef idx="1">
            <a:schemeClr val="accent6"/>
          </a:effectRef>
          <a:fontRef idx="minor">
            <a:schemeClr val="tx1"/>
          </a:fontRef>
        </p:style>
      </p:cxnSp>
      <p:cxnSp>
        <p:nvCxnSpPr>
          <p:cNvPr id="66" name="Connecteur droit 65">
            <a:extLst>
              <a:ext uri="{FF2B5EF4-FFF2-40B4-BE49-F238E27FC236}">
                <a16:creationId xmlns:a16="http://schemas.microsoft.com/office/drawing/2014/main" id="{9A0E63F1-6C53-0D9C-153E-9B618051D4B5}"/>
              </a:ext>
            </a:extLst>
          </p:cNvPr>
          <p:cNvCxnSpPr>
            <a:cxnSpLocks/>
          </p:cNvCxnSpPr>
          <p:nvPr/>
        </p:nvCxnSpPr>
        <p:spPr>
          <a:xfrm flipH="1">
            <a:off x="8161880" y="3683083"/>
            <a:ext cx="1080360" cy="1153889"/>
          </a:xfrm>
          <a:prstGeom prst="line">
            <a:avLst/>
          </a:prstGeom>
        </p:spPr>
        <p:style>
          <a:lnRef idx="2">
            <a:schemeClr val="accent6"/>
          </a:lnRef>
          <a:fillRef idx="0">
            <a:schemeClr val="accent6"/>
          </a:fillRef>
          <a:effectRef idx="1">
            <a:schemeClr val="accent6"/>
          </a:effectRef>
          <a:fontRef idx="minor">
            <a:schemeClr val="tx1"/>
          </a:fontRef>
        </p:style>
      </p:cxnSp>
      <p:cxnSp>
        <p:nvCxnSpPr>
          <p:cNvPr id="69" name="Connecteur droit 68">
            <a:extLst>
              <a:ext uri="{FF2B5EF4-FFF2-40B4-BE49-F238E27FC236}">
                <a16:creationId xmlns:a16="http://schemas.microsoft.com/office/drawing/2014/main" id="{927A5552-C727-35BE-0A7A-768E0EF89617}"/>
              </a:ext>
            </a:extLst>
          </p:cNvPr>
          <p:cNvCxnSpPr>
            <a:cxnSpLocks/>
          </p:cNvCxnSpPr>
          <p:nvPr/>
        </p:nvCxnSpPr>
        <p:spPr>
          <a:xfrm flipH="1">
            <a:off x="8156480" y="4304954"/>
            <a:ext cx="1113325" cy="509029"/>
          </a:xfrm>
          <a:prstGeom prst="line">
            <a:avLst/>
          </a:prstGeom>
        </p:spPr>
        <p:style>
          <a:lnRef idx="2">
            <a:schemeClr val="accent6"/>
          </a:lnRef>
          <a:fillRef idx="0">
            <a:schemeClr val="accent6"/>
          </a:fillRef>
          <a:effectRef idx="1">
            <a:schemeClr val="accent6"/>
          </a:effectRef>
          <a:fontRef idx="minor">
            <a:schemeClr val="tx1"/>
          </a:fontRef>
        </p:style>
      </p:cxnSp>
      <p:cxnSp>
        <p:nvCxnSpPr>
          <p:cNvPr id="72" name="Connecteur droit 71">
            <a:extLst>
              <a:ext uri="{FF2B5EF4-FFF2-40B4-BE49-F238E27FC236}">
                <a16:creationId xmlns:a16="http://schemas.microsoft.com/office/drawing/2014/main" id="{FD497BEE-568C-E6D0-2778-276DC75376F4}"/>
              </a:ext>
            </a:extLst>
          </p:cNvPr>
          <p:cNvCxnSpPr>
            <a:cxnSpLocks/>
          </p:cNvCxnSpPr>
          <p:nvPr/>
        </p:nvCxnSpPr>
        <p:spPr>
          <a:xfrm flipH="1">
            <a:off x="8173915" y="4019286"/>
            <a:ext cx="1096970" cy="601134"/>
          </a:xfrm>
          <a:prstGeom prst="line">
            <a:avLst/>
          </a:prstGeom>
        </p:spPr>
        <p:style>
          <a:lnRef idx="2">
            <a:schemeClr val="accent6"/>
          </a:lnRef>
          <a:fillRef idx="0">
            <a:schemeClr val="accent6"/>
          </a:fillRef>
          <a:effectRef idx="1">
            <a:schemeClr val="accent6"/>
          </a:effectRef>
          <a:fontRef idx="minor">
            <a:schemeClr val="tx1"/>
          </a:fontRef>
        </p:style>
      </p:cxnSp>
      <p:cxnSp>
        <p:nvCxnSpPr>
          <p:cNvPr id="74" name="Connecteur droit 73">
            <a:extLst>
              <a:ext uri="{FF2B5EF4-FFF2-40B4-BE49-F238E27FC236}">
                <a16:creationId xmlns:a16="http://schemas.microsoft.com/office/drawing/2014/main" id="{DFCC6E01-A4EF-95AD-F5D0-C8F6FC989393}"/>
              </a:ext>
            </a:extLst>
          </p:cNvPr>
          <p:cNvCxnSpPr>
            <a:cxnSpLocks/>
          </p:cNvCxnSpPr>
          <p:nvPr/>
        </p:nvCxnSpPr>
        <p:spPr>
          <a:xfrm flipH="1">
            <a:off x="9274125" y="3171675"/>
            <a:ext cx="1089480" cy="573423"/>
          </a:xfrm>
          <a:prstGeom prst="line">
            <a:avLst/>
          </a:prstGeom>
        </p:spPr>
        <p:style>
          <a:lnRef idx="2">
            <a:schemeClr val="accent6"/>
          </a:lnRef>
          <a:fillRef idx="0">
            <a:schemeClr val="accent6"/>
          </a:fillRef>
          <a:effectRef idx="1">
            <a:schemeClr val="accent6"/>
          </a:effectRef>
          <a:fontRef idx="minor">
            <a:schemeClr val="tx1"/>
          </a:fontRef>
        </p:style>
      </p:cxnSp>
      <p:cxnSp>
        <p:nvCxnSpPr>
          <p:cNvPr id="77" name="Connecteur droit 76">
            <a:extLst>
              <a:ext uri="{FF2B5EF4-FFF2-40B4-BE49-F238E27FC236}">
                <a16:creationId xmlns:a16="http://schemas.microsoft.com/office/drawing/2014/main" id="{E97979B2-FBA8-6782-9AEE-44F20F677773}"/>
              </a:ext>
            </a:extLst>
          </p:cNvPr>
          <p:cNvCxnSpPr>
            <a:cxnSpLocks/>
          </p:cNvCxnSpPr>
          <p:nvPr/>
        </p:nvCxnSpPr>
        <p:spPr>
          <a:xfrm flipH="1">
            <a:off x="9287960" y="3171675"/>
            <a:ext cx="1075645" cy="857160"/>
          </a:xfrm>
          <a:prstGeom prst="line">
            <a:avLst/>
          </a:prstGeom>
        </p:spPr>
        <p:style>
          <a:lnRef idx="2">
            <a:schemeClr val="accent6"/>
          </a:lnRef>
          <a:fillRef idx="0">
            <a:schemeClr val="accent6"/>
          </a:fillRef>
          <a:effectRef idx="1">
            <a:schemeClr val="accent6"/>
          </a:effectRef>
          <a:fontRef idx="minor">
            <a:schemeClr val="tx1"/>
          </a:fontRef>
        </p:style>
      </p:cxnSp>
      <p:cxnSp>
        <p:nvCxnSpPr>
          <p:cNvPr id="80" name="Connecteur droit 79">
            <a:extLst>
              <a:ext uri="{FF2B5EF4-FFF2-40B4-BE49-F238E27FC236}">
                <a16:creationId xmlns:a16="http://schemas.microsoft.com/office/drawing/2014/main" id="{88387747-8F0D-FD2F-C271-6DB2BB94C8B7}"/>
              </a:ext>
            </a:extLst>
          </p:cNvPr>
          <p:cNvCxnSpPr>
            <a:cxnSpLocks/>
          </p:cNvCxnSpPr>
          <p:nvPr/>
        </p:nvCxnSpPr>
        <p:spPr>
          <a:xfrm flipH="1">
            <a:off x="9276080" y="3143574"/>
            <a:ext cx="1102645" cy="1153699"/>
          </a:xfrm>
          <a:prstGeom prst="line">
            <a:avLst/>
          </a:prstGeom>
        </p:spPr>
        <p:style>
          <a:lnRef idx="2">
            <a:schemeClr val="accent6"/>
          </a:lnRef>
          <a:fillRef idx="0">
            <a:schemeClr val="accent6"/>
          </a:fillRef>
          <a:effectRef idx="1">
            <a:schemeClr val="accent6"/>
          </a:effectRef>
          <a:fontRef idx="minor">
            <a:schemeClr val="tx1"/>
          </a:fontRef>
        </p:style>
      </p:cxnSp>
      <p:cxnSp>
        <p:nvCxnSpPr>
          <p:cNvPr id="83" name="Connecteur droit 82">
            <a:extLst>
              <a:ext uri="{FF2B5EF4-FFF2-40B4-BE49-F238E27FC236}">
                <a16:creationId xmlns:a16="http://schemas.microsoft.com/office/drawing/2014/main" id="{C37877A8-A33F-3DFE-B135-CAA580E42809}"/>
              </a:ext>
            </a:extLst>
          </p:cNvPr>
          <p:cNvCxnSpPr>
            <a:cxnSpLocks/>
          </p:cNvCxnSpPr>
          <p:nvPr/>
        </p:nvCxnSpPr>
        <p:spPr>
          <a:xfrm flipH="1" flipV="1">
            <a:off x="9279525" y="3714173"/>
            <a:ext cx="1063440" cy="1099810"/>
          </a:xfrm>
          <a:prstGeom prst="line">
            <a:avLst/>
          </a:prstGeom>
        </p:spPr>
        <p:style>
          <a:lnRef idx="2">
            <a:schemeClr val="accent6"/>
          </a:lnRef>
          <a:fillRef idx="0">
            <a:schemeClr val="accent6"/>
          </a:fillRef>
          <a:effectRef idx="1">
            <a:schemeClr val="accent6"/>
          </a:effectRef>
          <a:fontRef idx="minor">
            <a:schemeClr val="tx1"/>
          </a:fontRef>
        </p:style>
      </p:cxnSp>
      <p:cxnSp>
        <p:nvCxnSpPr>
          <p:cNvPr id="86" name="Connecteur droit 85">
            <a:extLst>
              <a:ext uri="{FF2B5EF4-FFF2-40B4-BE49-F238E27FC236}">
                <a16:creationId xmlns:a16="http://schemas.microsoft.com/office/drawing/2014/main" id="{3567E553-03A6-7531-3C6A-877B3F8C5952}"/>
              </a:ext>
            </a:extLst>
          </p:cNvPr>
          <p:cNvCxnSpPr>
            <a:cxnSpLocks/>
          </p:cNvCxnSpPr>
          <p:nvPr/>
        </p:nvCxnSpPr>
        <p:spPr>
          <a:xfrm flipH="1" flipV="1">
            <a:off x="9298760" y="4033900"/>
            <a:ext cx="1052640" cy="797750"/>
          </a:xfrm>
          <a:prstGeom prst="line">
            <a:avLst/>
          </a:prstGeom>
        </p:spPr>
        <p:style>
          <a:lnRef idx="2">
            <a:schemeClr val="accent6"/>
          </a:lnRef>
          <a:fillRef idx="0">
            <a:schemeClr val="accent6"/>
          </a:fillRef>
          <a:effectRef idx="1">
            <a:schemeClr val="accent6"/>
          </a:effectRef>
          <a:fontRef idx="minor">
            <a:schemeClr val="tx1"/>
          </a:fontRef>
        </p:style>
      </p:cxnSp>
      <p:cxnSp>
        <p:nvCxnSpPr>
          <p:cNvPr id="89" name="Connecteur droit 88">
            <a:extLst>
              <a:ext uri="{FF2B5EF4-FFF2-40B4-BE49-F238E27FC236}">
                <a16:creationId xmlns:a16="http://schemas.microsoft.com/office/drawing/2014/main" id="{25327C71-407E-8153-85BE-0CA5813351F5}"/>
              </a:ext>
            </a:extLst>
          </p:cNvPr>
          <p:cNvCxnSpPr>
            <a:cxnSpLocks/>
          </p:cNvCxnSpPr>
          <p:nvPr/>
        </p:nvCxnSpPr>
        <p:spPr>
          <a:xfrm flipH="1" flipV="1">
            <a:off x="9248000" y="4364574"/>
            <a:ext cx="1103400" cy="472141"/>
          </a:xfrm>
          <a:prstGeom prst="line">
            <a:avLst/>
          </a:prstGeom>
        </p:spPr>
        <p:style>
          <a:lnRef idx="2">
            <a:schemeClr val="accent6"/>
          </a:lnRef>
          <a:fillRef idx="0">
            <a:schemeClr val="accent6"/>
          </a:fillRef>
          <a:effectRef idx="1">
            <a:schemeClr val="accent6"/>
          </a:effectRef>
          <a:fontRef idx="minor">
            <a:schemeClr val="tx1"/>
          </a:fontRef>
        </p:style>
      </p:cxnSp>
      <p:cxnSp>
        <p:nvCxnSpPr>
          <p:cNvPr id="92" name="Connecteur droit 91">
            <a:extLst>
              <a:ext uri="{FF2B5EF4-FFF2-40B4-BE49-F238E27FC236}">
                <a16:creationId xmlns:a16="http://schemas.microsoft.com/office/drawing/2014/main" id="{6C5725E6-14EA-3F51-C190-E53F5FE2C814}"/>
              </a:ext>
            </a:extLst>
          </p:cNvPr>
          <p:cNvCxnSpPr>
            <a:cxnSpLocks/>
          </p:cNvCxnSpPr>
          <p:nvPr/>
        </p:nvCxnSpPr>
        <p:spPr>
          <a:xfrm flipH="1">
            <a:off x="10370635" y="4429155"/>
            <a:ext cx="1075525" cy="402495"/>
          </a:xfrm>
          <a:prstGeom prst="line">
            <a:avLst/>
          </a:prstGeom>
        </p:spPr>
        <p:style>
          <a:lnRef idx="2">
            <a:schemeClr val="accent6"/>
          </a:lnRef>
          <a:fillRef idx="0">
            <a:schemeClr val="accent6"/>
          </a:fillRef>
          <a:effectRef idx="1">
            <a:schemeClr val="accent6"/>
          </a:effectRef>
          <a:fontRef idx="minor">
            <a:schemeClr val="tx1"/>
          </a:fontRef>
        </p:style>
      </p:cxnSp>
      <p:cxnSp>
        <p:nvCxnSpPr>
          <p:cNvPr id="95" name="Connecteur droit 94">
            <a:extLst>
              <a:ext uri="{FF2B5EF4-FFF2-40B4-BE49-F238E27FC236}">
                <a16:creationId xmlns:a16="http://schemas.microsoft.com/office/drawing/2014/main" id="{EA3DA623-F02A-BBBD-7C53-D7229B3A991A}"/>
              </a:ext>
            </a:extLst>
          </p:cNvPr>
          <p:cNvCxnSpPr>
            <a:cxnSpLocks/>
          </p:cNvCxnSpPr>
          <p:nvPr/>
        </p:nvCxnSpPr>
        <p:spPr>
          <a:xfrm flipH="1" flipV="1">
            <a:off x="10341320" y="3171675"/>
            <a:ext cx="1093490" cy="1275305"/>
          </a:xfrm>
          <a:prstGeom prst="line">
            <a:avLst/>
          </a:prstGeom>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1961115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1AF7B-FFE2-7E27-19B1-B9F483D88DE9}"/>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4236914F-34D8-2B8B-56CD-6E9F182C44DE}"/>
              </a:ext>
            </a:extLst>
          </p:cNvPr>
          <p:cNvSpPr>
            <a:spLocks noGrp="1"/>
          </p:cNvSpPr>
          <p:nvPr>
            <p:ph type="sldNum" sz="quarter" idx="16"/>
          </p:nvPr>
        </p:nvSpPr>
        <p:spPr/>
        <p:txBody>
          <a:bodyPr/>
          <a:lstStyle/>
          <a:p>
            <a:fld id="{167A0328-A2CC-4110-85D0-A410FFB4F3E3}" type="slidenum">
              <a:rPr lang="fr-FR" smtClean="0"/>
              <a:pPr/>
              <a:t>24</a:t>
            </a:fld>
            <a:endParaRPr lang="fr-FR" dirty="0"/>
          </a:p>
        </p:txBody>
      </p:sp>
      <p:sp>
        <p:nvSpPr>
          <p:cNvPr id="4" name="Titre 3">
            <a:extLst>
              <a:ext uri="{FF2B5EF4-FFF2-40B4-BE49-F238E27FC236}">
                <a16:creationId xmlns:a16="http://schemas.microsoft.com/office/drawing/2014/main" id="{7159AFE5-E812-5CCC-96DC-0EC92F74B208}"/>
              </a:ext>
            </a:extLst>
          </p:cNvPr>
          <p:cNvSpPr>
            <a:spLocks noGrp="1"/>
          </p:cNvSpPr>
          <p:nvPr>
            <p:ph type="title"/>
          </p:nvPr>
        </p:nvSpPr>
        <p:spPr/>
        <p:txBody>
          <a:bodyPr>
            <a:normAutofit/>
          </a:bodyPr>
          <a:lstStyle/>
          <a:p>
            <a:r>
              <a:rPr lang="fr-CH" dirty="0"/>
              <a:t>2. </a:t>
            </a:r>
            <a:r>
              <a:rPr lang="fr-CH" dirty="0" err="1"/>
              <a:t>Reducing</a:t>
            </a:r>
            <a:r>
              <a:rPr lang="fr-CH" dirty="0"/>
              <a:t> </a:t>
            </a:r>
            <a:r>
              <a:rPr lang="fr-CH" dirty="0" err="1"/>
              <a:t>Search</a:t>
            </a:r>
            <a:r>
              <a:rPr lang="fr-CH" dirty="0"/>
              <a:t> Time</a:t>
            </a:r>
          </a:p>
        </p:txBody>
      </p:sp>
      <p:sp>
        <p:nvSpPr>
          <p:cNvPr id="16" name="ZoneTexte 15">
            <a:extLst>
              <a:ext uri="{FF2B5EF4-FFF2-40B4-BE49-F238E27FC236}">
                <a16:creationId xmlns:a16="http://schemas.microsoft.com/office/drawing/2014/main" id="{BA65D5F6-9C31-6289-3389-E30518E9DAB0}"/>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825C5EA0-C874-902A-EC5B-5DFDDE3C0A3E}"/>
              </a:ext>
            </a:extLst>
          </p:cNvPr>
          <p:cNvSpPr>
            <a:spLocks noGrp="1"/>
          </p:cNvSpPr>
          <p:nvPr>
            <p:ph sz="quarter" idx="13"/>
          </p:nvPr>
        </p:nvSpPr>
        <p:spPr>
          <a:xfrm>
            <a:off x="901700" y="2095500"/>
            <a:ext cx="10956925" cy="1781176"/>
          </a:xfrm>
        </p:spPr>
        <p:txBody>
          <a:bodyPr/>
          <a:lstStyle/>
          <a:p>
            <a:pPr marL="0" indent="0">
              <a:buNone/>
            </a:pPr>
            <a:r>
              <a:rPr lang="fr-CH" sz="2000" dirty="0" err="1"/>
              <a:t>Reframing</a:t>
            </a:r>
            <a:r>
              <a:rPr lang="fr-CH" sz="2000" dirty="0"/>
              <a:t> the </a:t>
            </a:r>
            <a:r>
              <a:rPr lang="fr-CH" sz="2000" dirty="0" err="1"/>
              <a:t>Problem</a:t>
            </a:r>
            <a:r>
              <a:rPr lang="fr-CH" sz="2000" dirty="0"/>
              <a:t> as a Bi-</a:t>
            </a:r>
            <a:r>
              <a:rPr lang="fr-CH" sz="2000" dirty="0" err="1"/>
              <a:t>Level</a:t>
            </a:r>
            <a:r>
              <a:rPr lang="fr-CH" sz="2000" dirty="0"/>
              <a:t> </a:t>
            </a:r>
            <a:r>
              <a:rPr lang="fr-CH" sz="2000" dirty="0" err="1"/>
              <a:t>Optimization</a:t>
            </a:r>
            <a:endParaRPr lang="fr-CH" sz="2000" dirty="0"/>
          </a:p>
          <a:p>
            <a:endParaRPr lang="fr-CH" sz="2000" dirty="0"/>
          </a:p>
          <a:p>
            <a:r>
              <a:rPr lang="fr-CH" sz="2000" b="1" dirty="0"/>
              <a:t>Network </a:t>
            </a:r>
            <a:r>
              <a:rPr lang="fr-CH" sz="2000" b="1" dirty="0" err="1"/>
              <a:t>weights</a:t>
            </a:r>
            <a:r>
              <a:rPr lang="fr-CH" sz="2000" b="1" dirty="0"/>
              <a:t> w : </a:t>
            </a:r>
            <a:r>
              <a:rPr lang="fr-CH" sz="2000" dirty="0" err="1"/>
              <a:t>learned</a:t>
            </a:r>
            <a:r>
              <a:rPr lang="fr-CH" sz="2000" dirty="0"/>
              <a:t> </a:t>
            </a:r>
            <a:r>
              <a:rPr lang="fr-CH" sz="2000" dirty="0" err="1"/>
              <a:t>from</a:t>
            </a:r>
            <a:r>
              <a:rPr lang="fr-CH" sz="2000" dirty="0"/>
              <a:t> the training data</a:t>
            </a:r>
          </a:p>
          <a:p>
            <a:r>
              <a:rPr lang="fr-CH" sz="2000" b="1" dirty="0"/>
              <a:t>Architecture </a:t>
            </a:r>
            <a:r>
              <a:rPr lang="fr-CH" sz="2000" b="1" dirty="0" err="1"/>
              <a:t>Parameters</a:t>
            </a:r>
            <a:r>
              <a:rPr lang="fr-CH" sz="2000" b="1" dirty="0"/>
              <a:t> a: </a:t>
            </a:r>
            <a:r>
              <a:rPr lang="fr-CH" sz="2000" dirty="0" err="1"/>
              <a:t>chosen</a:t>
            </a:r>
            <a:r>
              <a:rPr lang="fr-CH" sz="2000" dirty="0"/>
              <a:t> </a:t>
            </a:r>
            <a:r>
              <a:rPr lang="fr-CH" sz="2000" dirty="0" err="1"/>
              <a:t>based</a:t>
            </a:r>
            <a:r>
              <a:rPr lang="fr-CH" sz="2000" dirty="0"/>
              <a:t> on validation data</a:t>
            </a:r>
          </a:p>
          <a:p>
            <a:pPr marL="0" indent="0">
              <a:buNone/>
            </a:pPr>
            <a:endParaRPr lang="fr-FR" dirty="0"/>
          </a:p>
        </p:txBody>
      </p:sp>
      <mc:AlternateContent xmlns:mc="http://schemas.openxmlformats.org/markup-compatibility/2006" xmlns:a14="http://schemas.microsoft.com/office/drawing/2010/main">
        <mc:Choice Requires="a14">
          <p:sp>
            <p:nvSpPr>
              <p:cNvPr id="2" name="ZoneTexte 1">
                <a:extLst>
                  <a:ext uri="{FF2B5EF4-FFF2-40B4-BE49-F238E27FC236}">
                    <a16:creationId xmlns:a16="http://schemas.microsoft.com/office/drawing/2014/main" id="{E90E5DC2-DD40-9D59-6B34-F592C4DCC3F3}"/>
                  </a:ext>
                </a:extLst>
              </p:cNvPr>
              <p:cNvSpPr txBox="1"/>
              <p:nvPr/>
            </p:nvSpPr>
            <p:spPr>
              <a:xfrm>
                <a:off x="726281" y="4296037"/>
                <a:ext cx="10866438" cy="1504964"/>
              </a:xfrm>
              <a:prstGeom prst="rect">
                <a:avLst/>
              </a:prstGeom>
              <a:noFill/>
            </p:spPr>
            <p:txBody>
              <a:bodyPr wrap="square">
                <a:spAutoFit/>
              </a:bodyPr>
              <a:lstStyle/>
              <a:p>
                <a:r>
                  <a:rPr lang="fr-CH" sz="2400" b="1" dirty="0"/>
                  <a:t> </a:t>
                </a:r>
                <a14:m>
                  <m:oMath xmlns:m="http://schemas.openxmlformats.org/officeDocument/2006/math">
                    <m:func>
                      <m:funcPr>
                        <m:ctrlPr>
                          <a:rPr lang="fr-CH" sz="2400" b="1" i="1" smtClean="0">
                            <a:latin typeface="Cambria Math" panose="02040503050406030204" pitchFamily="18" charset="0"/>
                          </a:rPr>
                        </m:ctrlPr>
                      </m:funcPr>
                      <m:fName>
                        <m:r>
                          <a:rPr lang="fr-CH" sz="2400" b="1" i="1" smtClean="0">
                            <a:latin typeface="Cambria Math" panose="02040503050406030204" pitchFamily="18" charset="0"/>
                          </a:rPr>
                          <m:t>       </m:t>
                        </m:r>
                        <m:limLow>
                          <m:limLowPr>
                            <m:ctrlPr>
                              <a:rPr lang="fr-CH" sz="2400" b="1" i="1" smtClean="0">
                                <a:latin typeface="Cambria Math" panose="02040503050406030204" pitchFamily="18" charset="0"/>
                              </a:rPr>
                            </m:ctrlPr>
                          </m:limLowPr>
                          <m:e>
                            <m:r>
                              <m:rPr>
                                <m:sty m:val="p"/>
                              </m:rPr>
                              <a:rPr lang="fr-CH" sz="2400" b="0" i="0" smtClean="0">
                                <a:latin typeface="Cambria Math" panose="02040503050406030204" pitchFamily="18" charset="0"/>
                              </a:rPr>
                              <m:t>min</m:t>
                            </m:r>
                          </m:e>
                          <m:lim>
                            <m:r>
                              <a:rPr lang="fr-CH" sz="2400" b="1" i="1" smtClean="0">
                                <a:latin typeface="Cambria Math" panose="02040503050406030204" pitchFamily="18" charset="0"/>
                              </a:rPr>
                              <m:t>𝒂</m:t>
                            </m:r>
                          </m:lim>
                        </m:limLow>
                        <m:r>
                          <a:rPr lang="fr-CH" sz="2400" b="1" i="1" smtClean="0">
                            <a:latin typeface="Cambria Math" panose="02040503050406030204" pitchFamily="18" charset="0"/>
                          </a:rPr>
                          <m:t>  </m:t>
                        </m:r>
                      </m:fName>
                      <m:e>
                        <m:r>
                          <a:rPr lang="fr-CH" sz="2400" b="1" i="1" smtClean="0">
                            <a:latin typeface="Cambria Math" panose="02040503050406030204" pitchFamily="18" charset="0"/>
                          </a:rPr>
                          <m:t>         </m:t>
                        </m:r>
                        <m:r>
                          <a:rPr lang="fr-CH" sz="2400" b="1" i="1" smtClean="0">
                            <a:latin typeface="Cambria Math" panose="02040503050406030204" pitchFamily="18" charset="0"/>
                          </a:rPr>
                          <m:t>𝑭</m:t>
                        </m:r>
                        <m:d>
                          <m:dPr>
                            <m:ctrlPr>
                              <a:rPr lang="fr-CH" sz="2400" b="1" i="1" smtClean="0">
                                <a:latin typeface="Cambria Math" panose="02040503050406030204" pitchFamily="18" charset="0"/>
                              </a:rPr>
                            </m:ctrlPr>
                          </m:dPr>
                          <m:e>
                            <m:r>
                              <a:rPr lang="fr-CH" sz="2400" b="1" i="1" smtClean="0">
                                <a:latin typeface="Cambria Math" panose="02040503050406030204" pitchFamily="18" charset="0"/>
                              </a:rPr>
                              <m:t>𝒂</m:t>
                            </m:r>
                          </m:e>
                        </m:d>
                        <m:r>
                          <a:rPr lang="fr-CH" sz="2400" b="1" i="1" smtClean="0">
                            <a:latin typeface="Cambria Math" panose="02040503050406030204" pitchFamily="18" charset="0"/>
                          </a:rPr>
                          <m:t>=</m:t>
                        </m:r>
                        <m:sSup>
                          <m:sSupPr>
                            <m:ctrlPr>
                              <a:rPr lang="fr-CH" sz="2400" b="1" i="1" smtClean="0">
                                <a:latin typeface="Cambria Math" panose="02040503050406030204" pitchFamily="18" charset="0"/>
                              </a:rPr>
                            </m:ctrlPr>
                          </m:sSupPr>
                          <m:e>
                            <m:d>
                              <m:dPr>
                                <m:begChr m:val="["/>
                                <m:endChr m:val="]"/>
                                <m:ctrlPr>
                                  <a:rPr lang="fr-CH" sz="2400" b="1" i="1" smtClean="0">
                                    <a:latin typeface="Cambria Math" panose="02040503050406030204" pitchFamily="18" charset="0"/>
                                  </a:rPr>
                                </m:ctrlPr>
                              </m:dPr>
                              <m:e>
                                <m:sSub>
                                  <m:sSubPr>
                                    <m:ctrlPr>
                                      <a:rPr lang="fr-CH" sz="2400" b="1" i="1" smtClean="0">
                                        <a:latin typeface="Cambria Math" panose="02040503050406030204" pitchFamily="18" charset="0"/>
                                      </a:rPr>
                                    </m:ctrlPr>
                                  </m:sSubPr>
                                  <m:e>
                                    <m:r>
                                      <a:rPr lang="fr-CH" sz="2400" b="1" i="1" smtClean="0">
                                        <a:latin typeface="Cambria Math" panose="02040503050406030204" pitchFamily="18" charset="0"/>
                                      </a:rPr>
                                      <m:t>𝒇</m:t>
                                    </m:r>
                                  </m:e>
                                  <m:sub>
                                    <m:r>
                                      <a:rPr lang="fr-CH" sz="2400" b="1" i="1" smtClean="0">
                                        <a:latin typeface="Cambria Math" panose="02040503050406030204" pitchFamily="18" charset="0"/>
                                      </a:rPr>
                                      <m:t>𝟏</m:t>
                                    </m:r>
                                  </m:sub>
                                </m:sSub>
                                <m:d>
                                  <m:dPr>
                                    <m:ctrlPr>
                                      <a:rPr lang="fr-CH" sz="2400" b="1" i="1" smtClean="0">
                                        <a:latin typeface="Cambria Math" panose="02040503050406030204" pitchFamily="18" charset="0"/>
                                      </a:rPr>
                                    </m:ctrlPr>
                                  </m:dPr>
                                  <m:e>
                                    <m:r>
                                      <a:rPr lang="fr-CH" sz="2400" b="1" i="1" smtClean="0">
                                        <a:latin typeface="Cambria Math" panose="02040503050406030204" pitchFamily="18" charset="0"/>
                                      </a:rPr>
                                      <m:t>𝒂</m:t>
                                    </m:r>
                                  </m:e>
                                </m:d>
                                <m:r>
                                  <a:rPr lang="fr-CH" sz="2400" b="1" i="1" smtClean="0">
                                    <a:latin typeface="Cambria Math" panose="02040503050406030204" pitchFamily="18" charset="0"/>
                                  </a:rPr>
                                  <m:t>, </m:t>
                                </m:r>
                                <m:sSub>
                                  <m:sSubPr>
                                    <m:ctrlPr>
                                      <a:rPr lang="fr-CH" sz="2400" b="1" i="1" smtClean="0">
                                        <a:latin typeface="Cambria Math" panose="02040503050406030204" pitchFamily="18" charset="0"/>
                                      </a:rPr>
                                    </m:ctrlPr>
                                  </m:sSubPr>
                                  <m:e>
                                    <m:r>
                                      <a:rPr lang="fr-CH" sz="2400" b="1" i="1" smtClean="0">
                                        <a:latin typeface="Cambria Math" panose="02040503050406030204" pitchFamily="18" charset="0"/>
                                      </a:rPr>
                                      <m:t>𝒇</m:t>
                                    </m:r>
                                  </m:e>
                                  <m:sub>
                                    <m:r>
                                      <a:rPr lang="fr-CH" sz="2400" b="1" i="1" smtClean="0">
                                        <a:latin typeface="Cambria Math" panose="02040503050406030204" pitchFamily="18" charset="0"/>
                                      </a:rPr>
                                      <m:t>𝟐</m:t>
                                    </m:r>
                                  </m:sub>
                                </m:sSub>
                                <m:d>
                                  <m:dPr>
                                    <m:ctrlPr>
                                      <a:rPr lang="fr-CH" sz="2400" b="1" i="1" smtClean="0">
                                        <a:latin typeface="Cambria Math" panose="02040503050406030204" pitchFamily="18" charset="0"/>
                                      </a:rPr>
                                    </m:ctrlPr>
                                  </m:dPr>
                                  <m:e>
                                    <m:r>
                                      <a:rPr lang="fr-CH" sz="2400" b="1" i="1" smtClean="0">
                                        <a:latin typeface="Cambria Math" panose="02040503050406030204" pitchFamily="18" charset="0"/>
                                      </a:rPr>
                                      <m:t>𝒂</m:t>
                                    </m:r>
                                  </m:e>
                                </m:d>
                                <m:r>
                                  <a:rPr lang="fr-CH" sz="2400" b="1" i="1" smtClean="0">
                                    <a:latin typeface="Cambria Math" panose="02040503050406030204" pitchFamily="18" charset="0"/>
                                  </a:rPr>
                                  <m:t>, …, </m:t>
                                </m:r>
                                <m:sSub>
                                  <m:sSubPr>
                                    <m:ctrlPr>
                                      <a:rPr lang="fr-CH" sz="2400" b="1" i="1" smtClean="0">
                                        <a:latin typeface="Cambria Math" panose="02040503050406030204" pitchFamily="18" charset="0"/>
                                      </a:rPr>
                                    </m:ctrlPr>
                                  </m:sSubPr>
                                  <m:e>
                                    <m:r>
                                      <a:rPr lang="fr-CH" sz="2400" b="1" i="1" smtClean="0">
                                        <a:latin typeface="Cambria Math" panose="02040503050406030204" pitchFamily="18" charset="0"/>
                                      </a:rPr>
                                      <m:t>𝒇</m:t>
                                    </m:r>
                                  </m:e>
                                  <m:sub>
                                    <m:r>
                                      <a:rPr lang="fr-CH" sz="2400" b="1" i="1" smtClean="0">
                                        <a:latin typeface="Cambria Math" panose="02040503050406030204" pitchFamily="18" charset="0"/>
                                      </a:rPr>
                                      <m:t>𝑴</m:t>
                                    </m:r>
                                  </m:sub>
                                </m:sSub>
                                <m:d>
                                  <m:dPr>
                                    <m:ctrlPr>
                                      <a:rPr lang="fr-CH" sz="2400" b="1" i="1" smtClean="0">
                                        <a:latin typeface="Cambria Math" panose="02040503050406030204" pitchFamily="18" charset="0"/>
                                      </a:rPr>
                                    </m:ctrlPr>
                                  </m:dPr>
                                  <m:e>
                                    <m:r>
                                      <a:rPr lang="fr-CH" sz="2400" b="1" i="1" smtClean="0">
                                        <a:latin typeface="Cambria Math" panose="02040503050406030204" pitchFamily="18" charset="0"/>
                                      </a:rPr>
                                      <m:t>𝒂</m:t>
                                    </m:r>
                                  </m:e>
                                </m:d>
                              </m:e>
                            </m:d>
                          </m:e>
                          <m:sup>
                            <m:r>
                              <a:rPr lang="fr-CH" sz="2400" b="1" i="1" smtClean="0">
                                <a:latin typeface="Cambria Math" panose="02040503050406030204" pitchFamily="18" charset="0"/>
                              </a:rPr>
                              <m:t>𝑻</m:t>
                            </m:r>
                          </m:sup>
                        </m:sSup>
                      </m:e>
                    </m:func>
                    <m:r>
                      <a:rPr lang="fr-CH" sz="2400" b="1" i="0" smtClean="0">
                        <a:latin typeface="Cambria Math" panose="02040503050406030204" pitchFamily="18" charset="0"/>
                      </a:rPr>
                      <m:t> </m:t>
                    </m:r>
                  </m:oMath>
                </a14:m>
                <a:r>
                  <a:rPr lang="fr-CH" sz="2400" b="1" dirty="0"/>
                  <a:t>	</a:t>
                </a:r>
                <a:endParaRPr lang="fr-CH" sz="2400" b="0" i="1" dirty="0">
                  <a:latin typeface="Cambria Math" panose="02040503050406030204" pitchFamily="18" charset="0"/>
                </a:endParaRPr>
              </a:p>
              <a:p>
                <a14:m>
                  <m:oMath xmlns:m="http://schemas.openxmlformats.org/officeDocument/2006/math">
                    <m:r>
                      <a:rPr lang="fr-CH" sz="2400" b="0" i="1" smtClean="0">
                        <a:latin typeface="Cambria Math" panose="02040503050406030204" pitchFamily="18" charset="0"/>
                      </a:rPr>
                      <m:t>   </m:t>
                    </m:r>
                    <m:r>
                      <a:rPr lang="fr-CH" sz="2400" b="0" i="1" smtClean="0">
                        <a:latin typeface="Cambria Math" panose="02040503050406030204" pitchFamily="18" charset="0"/>
                      </a:rPr>
                      <m:t>𝑠𝑢𝑏𝑗𝑒𝑐𝑡</m:t>
                    </m:r>
                    <m:r>
                      <a:rPr lang="fr-CH" sz="2400" b="0" i="1" smtClean="0">
                        <a:latin typeface="Cambria Math" panose="02040503050406030204" pitchFamily="18" charset="0"/>
                      </a:rPr>
                      <m:t> </m:t>
                    </m:r>
                    <m:r>
                      <a:rPr lang="fr-CH" sz="2400" b="0" i="1" smtClean="0">
                        <a:latin typeface="Cambria Math" panose="02040503050406030204" pitchFamily="18" charset="0"/>
                      </a:rPr>
                      <m:t>𝑡𝑜</m:t>
                    </m:r>
                  </m:oMath>
                </a14:m>
                <a:r>
                  <a:rPr lang="fr-CH" sz="2400" i="1" dirty="0">
                    <a:latin typeface="Cambria Math" panose="02040503050406030204" pitchFamily="18" charset="0"/>
                    <a:ea typeface="Cambria Math" panose="02040503050406030204" pitchFamily="18" charset="0"/>
                  </a:rPr>
                  <a:t> </a:t>
                </a:r>
                <a:r>
                  <a:rPr lang="fr-CH" sz="2400" b="1" i="1" dirty="0">
                    <a:latin typeface="Cambria Math" panose="02040503050406030204" pitchFamily="18" charset="0"/>
                    <a:ea typeface="Cambria Math" panose="02040503050406030204" pitchFamily="18" charset="0"/>
                  </a:rPr>
                  <a:t>	</a:t>
                </a:r>
                <a14:m>
                  <m:oMath xmlns:m="http://schemas.openxmlformats.org/officeDocument/2006/math">
                    <m:r>
                      <a:rPr lang="fr-CH" sz="2400" b="1" i="1" smtClean="0">
                        <a:latin typeface="Cambria Math" panose="02040503050406030204" pitchFamily="18" charset="0"/>
                      </a:rPr>
                      <m:t>𝒂</m:t>
                    </m:r>
                    <m:r>
                      <a:rPr lang="fr-CH" sz="2400" b="1" i="1" smtClean="0">
                        <a:latin typeface="Cambria Math" panose="02040503050406030204" pitchFamily="18" charset="0"/>
                      </a:rPr>
                      <m:t> ∈</m:t>
                    </m:r>
                    <m:r>
                      <a:rPr lang="fr-CH" sz="2400" b="1" i="1" smtClean="0">
                        <a:latin typeface="Cambria Math" panose="02040503050406030204" pitchFamily="18" charset="0"/>
                        <a:ea typeface="Cambria Math" panose="02040503050406030204" pitchFamily="18" charset="0"/>
                      </a:rPr>
                      <m:t>𝑨</m:t>
                    </m:r>
                    <m:r>
                      <a:rPr lang="fr-CH" sz="2400" b="1" i="1" smtClean="0">
                        <a:latin typeface="Cambria Math" panose="02040503050406030204" pitchFamily="18" charset="0"/>
                        <a:ea typeface="Cambria Math" panose="02040503050406030204" pitchFamily="18" charset="0"/>
                      </a:rPr>
                      <m:t> </m:t>
                    </m:r>
                  </m:oMath>
                </a14:m>
                <a:br>
                  <a:rPr lang="fr-CH" sz="2400" b="1" i="1" dirty="0">
                    <a:latin typeface="Cambria Math" panose="02040503050406030204" pitchFamily="18" charset="0"/>
                    <a:ea typeface="Cambria Math" panose="02040503050406030204" pitchFamily="18" charset="0"/>
                  </a:rPr>
                </a:br>
                <a:r>
                  <a:rPr lang="fr-CH" sz="2400" b="1" i="1" dirty="0">
                    <a:latin typeface="Cambria Math" panose="02040503050406030204" pitchFamily="18" charset="0"/>
                    <a:ea typeface="Cambria Math" panose="02040503050406030204" pitchFamily="18" charset="0"/>
                  </a:rPr>
                  <a:t>		</a:t>
                </a:r>
                <a14:m>
                  <m:oMath xmlns:m="http://schemas.openxmlformats.org/officeDocument/2006/math">
                    <m:func>
                      <m:funcPr>
                        <m:ctrlPr>
                          <a:rPr lang="fr-CH" sz="2400" b="1" i="1">
                            <a:latin typeface="Cambria Math" panose="02040503050406030204" pitchFamily="18" charset="0"/>
                            <a:ea typeface="Cambria Math" panose="02040503050406030204" pitchFamily="18" charset="0"/>
                          </a:rPr>
                        </m:ctrlPr>
                      </m:funcPr>
                      <m:fName>
                        <m:limLow>
                          <m:limLowPr>
                            <m:ctrlPr>
                              <a:rPr lang="fr-CH" sz="2400" b="1" i="1">
                                <a:latin typeface="Cambria Math" panose="02040503050406030204" pitchFamily="18" charset="0"/>
                                <a:ea typeface="Cambria Math" panose="02040503050406030204" pitchFamily="18" charset="0"/>
                              </a:rPr>
                            </m:ctrlPr>
                          </m:limLowPr>
                          <m:e>
                            <m:r>
                              <m:rPr>
                                <m:sty m:val="p"/>
                              </m:rPr>
                              <a:rPr lang="fr-CH" sz="2400">
                                <a:latin typeface="Cambria Math" panose="02040503050406030204" pitchFamily="18" charset="0"/>
                                <a:ea typeface="Cambria Math" panose="02040503050406030204" pitchFamily="18" charset="0"/>
                              </a:rPr>
                              <m:t>argmin</m:t>
                            </m:r>
                          </m:e>
                          <m:lim>
                            <m:r>
                              <a:rPr lang="fr-CH" sz="2400" b="1" i="1" smtClean="0">
                                <a:latin typeface="Cambria Math" panose="02040503050406030204" pitchFamily="18" charset="0"/>
                                <a:ea typeface="Cambria Math" panose="02040503050406030204" pitchFamily="18" charset="0"/>
                              </a:rPr>
                              <m:t>𝒂</m:t>
                            </m:r>
                          </m:lim>
                        </m:limLow>
                      </m:fName>
                      <m:e>
                        <m:sSub>
                          <m:sSubPr>
                            <m:ctrlPr>
                              <a:rPr lang="fr-CH" sz="2400" b="1" i="1">
                                <a:latin typeface="Cambria Math" panose="02040503050406030204" pitchFamily="18" charset="0"/>
                                <a:ea typeface="Cambria Math" panose="02040503050406030204" pitchFamily="18" charset="0"/>
                              </a:rPr>
                            </m:ctrlPr>
                          </m:sSubPr>
                          <m:e>
                            <m:r>
                              <a:rPr lang="fr-CH" sz="2400" b="1" i="1">
                                <a:latin typeface="Cambria Math" panose="02040503050406030204" pitchFamily="18" charset="0"/>
                                <a:ea typeface="Cambria Math" panose="02040503050406030204" pitchFamily="18" charset="0"/>
                              </a:rPr>
                              <m:t>𝑳</m:t>
                            </m:r>
                          </m:e>
                          <m:sub>
                            <m:r>
                              <a:rPr lang="fr-CH" sz="2400" b="1" i="1" smtClean="0">
                                <a:latin typeface="Cambria Math" panose="02040503050406030204" pitchFamily="18" charset="0"/>
                                <a:ea typeface="Cambria Math" panose="02040503050406030204" pitchFamily="18" charset="0"/>
                              </a:rPr>
                              <m:t>𝒗𝒂𝒍</m:t>
                            </m:r>
                          </m:sub>
                        </m:sSub>
                        <m:r>
                          <a:rPr lang="fr-CH" sz="2400" b="1" i="1">
                            <a:latin typeface="Cambria Math" panose="02040503050406030204" pitchFamily="18" charset="0"/>
                            <a:ea typeface="Cambria Math" panose="02040503050406030204" pitchFamily="18" charset="0"/>
                          </a:rPr>
                          <m:t>(</m:t>
                        </m:r>
                        <m:sSup>
                          <m:sSupPr>
                            <m:ctrlPr>
                              <a:rPr lang="fr-CH" sz="2400" b="1" i="1" smtClean="0">
                                <a:latin typeface="Cambria Math" panose="02040503050406030204" pitchFamily="18" charset="0"/>
                                <a:ea typeface="Cambria Math" panose="02040503050406030204" pitchFamily="18" charset="0"/>
                              </a:rPr>
                            </m:ctrlPr>
                          </m:sSupPr>
                          <m:e>
                            <m:r>
                              <a:rPr lang="fr-CH" sz="2400" b="1" i="1">
                                <a:latin typeface="Cambria Math" panose="02040503050406030204" pitchFamily="18" charset="0"/>
                                <a:ea typeface="Cambria Math" panose="02040503050406030204" pitchFamily="18" charset="0"/>
                              </a:rPr>
                              <m:t>𝒘</m:t>
                            </m:r>
                          </m:e>
                          <m:sup>
                            <m:r>
                              <a:rPr lang="fr-CH" sz="2400" b="1" i="1" smtClean="0">
                                <a:latin typeface="Cambria Math" panose="02040503050406030204" pitchFamily="18" charset="0"/>
                                <a:ea typeface="Cambria Math" panose="02040503050406030204" pitchFamily="18" charset="0"/>
                              </a:rPr>
                              <m:t>∗</m:t>
                            </m:r>
                          </m:sup>
                        </m:sSup>
                        <m:d>
                          <m:dPr>
                            <m:ctrlPr>
                              <a:rPr lang="fr-CH" sz="2400" b="1" i="1" smtClean="0">
                                <a:latin typeface="Cambria Math" panose="02040503050406030204" pitchFamily="18" charset="0"/>
                                <a:ea typeface="Cambria Math" panose="02040503050406030204" pitchFamily="18" charset="0"/>
                              </a:rPr>
                            </m:ctrlPr>
                          </m:dPr>
                          <m:e>
                            <m:r>
                              <a:rPr lang="fr-CH" sz="2400" b="1" i="1" smtClean="0">
                                <a:latin typeface="Cambria Math" panose="02040503050406030204" pitchFamily="18" charset="0"/>
                                <a:ea typeface="Cambria Math" panose="02040503050406030204" pitchFamily="18" charset="0"/>
                              </a:rPr>
                              <m:t>𝒂</m:t>
                            </m:r>
                          </m:e>
                        </m:d>
                        <m:r>
                          <a:rPr lang="fr-CH" sz="2400" b="1" i="1" smtClean="0">
                            <a:latin typeface="Cambria Math" panose="02040503050406030204" pitchFamily="18" charset="0"/>
                            <a:ea typeface="Cambria Math" panose="02040503050406030204" pitchFamily="18" charset="0"/>
                          </a:rPr>
                          <m:t>, </m:t>
                        </m:r>
                        <m:r>
                          <a:rPr lang="fr-CH" sz="2400" b="1" i="1" smtClean="0">
                            <a:latin typeface="Cambria Math" panose="02040503050406030204" pitchFamily="18" charset="0"/>
                            <a:ea typeface="Cambria Math" panose="02040503050406030204" pitchFamily="18" charset="0"/>
                          </a:rPr>
                          <m:t>𝒂</m:t>
                        </m:r>
                        <m:r>
                          <a:rPr lang="fr-CH" sz="2400" b="1" i="1">
                            <a:latin typeface="Cambria Math" panose="02040503050406030204" pitchFamily="18" charset="0"/>
                            <a:ea typeface="Cambria Math" panose="02040503050406030204" pitchFamily="18" charset="0"/>
                          </a:rPr>
                          <m:t>)</m:t>
                        </m:r>
                      </m:e>
                    </m:func>
                    <m:r>
                      <a:rPr lang="fr-CH" sz="2400" b="1" i="1" smtClean="0">
                        <a:latin typeface="Cambria Math" panose="02040503050406030204" pitchFamily="18" charset="0"/>
                        <a:ea typeface="Cambria Math" panose="02040503050406030204" pitchFamily="18" charset="0"/>
                      </a:rPr>
                      <m:t>    </m:t>
                    </m:r>
                    <m:r>
                      <a:rPr lang="fr-CH" sz="2400" b="0" i="1" smtClean="0">
                        <a:latin typeface="Cambria Math" panose="02040503050406030204" pitchFamily="18" charset="0"/>
                        <a:ea typeface="Cambria Math" panose="02040503050406030204" pitchFamily="18" charset="0"/>
                      </a:rPr>
                      <m:t>𝑠</m:t>
                    </m:r>
                    <m:r>
                      <a:rPr lang="fr-CH" sz="2400" b="0" i="1" smtClean="0">
                        <a:latin typeface="Cambria Math" panose="02040503050406030204" pitchFamily="18" charset="0"/>
                        <a:ea typeface="Cambria Math" panose="02040503050406030204" pitchFamily="18" charset="0"/>
                      </a:rPr>
                      <m:t>.</m:t>
                    </m:r>
                    <m:r>
                      <a:rPr lang="fr-CH" sz="2400" b="0" i="1" smtClean="0">
                        <a:latin typeface="Cambria Math" panose="02040503050406030204" pitchFamily="18" charset="0"/>
                        <a:ea typeface="Cambria Math" panose="02040503050406030204" pitchFamily="18" charset="0"/>
                      </a:rPr>
                      <m:t>𝑡</m:t>
                    </m:r>
                    <m:r>
                      <a:rPr lang="fr-CH" sz="2400" b="0" i="1" smtClean="0">
                        <a:latin typeface="Cambria Math" panose="02040503050406030204" pitchFamily="18" charset="0"/>
                        <a:ea typeface="Cambria Math" panose="02040503050406030204" pitchFamily="18" charset="0"/>
                      </a:rPr>
                      <m:t>.      </m:t>
                    </m:r>
                    <m:sSup>
                      <m:sSupPr>
                        <m:ctrlPr>
                          <a:rPr lang="fr-CH" sz="2400" b="1" i="1" smtClean="0">
                            <a:latin typeface="Cambria Math" panose="02040503050406030204" pitchFamily="18" charset="0"/>
                            <a:ea typeface="Cambria Math" panose="02040503050406030204" pitchFamily="18" charset="0"/>
                          </a:rPr>
                        </m:ctrlPr>
                      </m:sSupPr>
                      <m:e>
                        <m:r>
                          <a:rPr lang="fr-CH" sz="2400" b="1" i="1" smtClean="0">
                            <a:latin typeface="Cambria Math" panose="02040503050406030204" pitchFamily="18" charset="0"/>
                            <a:ea typeface="Cambria Math" panose="02040503050406030204" pitchFamily="18" charset="0"/>
                          </a:rPr>
                          <m:t>𝒘</m:t>
                        </m:r>
                      </m:e>
                      <m:sup>
                        <m:r>
                          <a:rPr lang="fr-CH" sz="2400" b="1" i="1" smtClean="0">
                            <a:latin typeface="Cambria Math" panose="02040503050406030204" pitchFamily="18" charset="0"/>
                            <a:ea typeface="Cambria Math" panose="02040503050406030204" pitchFamily="18" charset="0"/>
                          </a:rPr>
                          <m:t>∗</m:t>
                        </m:r>
                      </m:sup>
                    </m:sSup>
                    <m:d>
                      <m:dPr>
                        <m:ctrlPr>
                          <a:rPr lang="fr-CH" sz="2400" b="1" i="1" smtClean="0">
                            <a:latin typeface="Cambria Math" panose="02040503050406030204" pitchFamily="18" charset="0"/>
                            <a:ea typeface="Cambria Math" panose="02040503050406030204" pitchFamily="18" charset="0"/>
                          </a:rPr>
                        </m:ctrlPr>
                      </m:dPr>
                      <m:e>
                        <m:r>
                          <a:rPr lang="fr-CH" sz="2400" b="1" i="1" smtClean="0">
                            <a:latin typeface="Cambria Math" panose="02040503050406030204" pitchFamily="18" charset="0"/>
                            <a:ea typeface="Cambria Math" panose="02040503050406030204" pitchFamily="18" charset="0"/>
                          </a:rPr>
                          <m:t>𝒂</m:t>
                        </m:r>
                      </m:e>
                    </m:d>
                    <m:r>
                      <a:rPr lang="fr-CH" sz="2400" b="1" i="1" smtClean="0">
                        <a:latin typeface="Cambria Math" panose="02040503050406030204" pitchFamily="18" charset="0"/>
                        <a:ea typeface="Cambria Math" panose="02040503050406030204" pitchFamily="18" charset="0"/>
                      </a:rPr>
                      <m:t>= </m:t>
                    </m:r>
                    <m:func>
                      <m:funcPr>
                        <m:ctrlPr>
                          <a:rPr lang="fr-CH" sz="2400" b="1" i="1" smtClean="0">
                            <a:latin typeface="Cambria Math" panose="02040503050406030204" pitchFamily="18" charset="0"/>
                            <a:ea typeface="Cambria Math" panose="02040503050406030204" pitchFamily="18" charset="0"/>
                          </a:rPr>
                        </m:ctrlPr>
                      </m:funcPr>
                      <m:fName>
                        <m:limLow>
                          <m:limLowPr>
                            <m:ctrlPr>
                              <a:rPr lang="fr-CH" sz="2400" b="1" i="1" smtClean="0">
                                <a:latin typeface="Cambria Math" panose="02040503050406030204" pitchFamily="18" charset="0"/>
                                <a:ea typeface="Cambria Math" panose="02040503050406030204" pitchFamily="18" charset="0"/>
                              </a:rPr>
                            </m:ctrlPr>
                          </m:limLowPr>
                          <m:e>
                            <m:r>
                              <m:rPr>
                                <m:sty m:val="p"/>
                              </m:rPr>
                              <a:rPr lang="fr-CH" sz="2400" b="0" i="0" smtClean="0">
                                <a:latin typeface="Cambria Math" panose="02040503050406030204" pitchFamily="18" charset="0"/>
                                <a:ea typeface="Cambria Math" panose="02040503050406030204" pitchFamily="18" charset="0"/>
                              </a:rPr>
                              <m:t>argmin</m:t>
                            </m:r>
                          </m:e>
                          <m:lim>
                            <m:r>
                              <a:rPr lang="fr-CH" sz="2400" b="0" i="1" smtClean="0">
                                <a:latin typeface="Cambria Math" panose="02040503050406030204" pitchFamily="18" charset="0"/>
                                <a:ea typeface="Cambria Math" panose="02040503050406030204" pitchFamily="18" charset="0"/>
                              </a:rPr>
                              <m:t>𝑤</m:t>
                            </m:r>
                          </m:lim>
                        </m:limLow>
                      </m:fName>
                      <m:e>
                        <m:sSub>
                          <m:sSubPr>
                            <m:ctrlPr>
                              <a:rPr lang="fr-CH" sz="2400" b="1" i="1" smtClean="0">
                                <a:latin typeface="Cambria Math" panose="02040503050406030204" pitchFamily="18" charset="0"/>
                                <a:ea typeface="Cambria Math" panose="02040503050406030204" pitchFamily="18" charset="0"/>
                              </a:rPr>
                            </m:ctrlPr>
                          </m:sSubPr>
                          <m:e>
                            <m:r>
                              <a:rPr lang="fr-CH" sz="2400" b="1" i="1" smtClean="0">
                                <a:latin typeface="Cambria Math" panose="02040503050406030204" pitchFamily="18" charset="0"/>
                                <a:ea typeface="Cambria Math" panose="02040503050406030204" pitchFamily="18" charset="0"/>
                              </a:rPr>
                              <m:t>𝑳</m:t>
                            </m:r>
                          </m:e>
                          <m:sub>
                            <m:r>
                              <a:rPr lang="fr-CH" sz="2400" b="1" i="1" smtClean="0">
                                <a:latin typeface="Cambria Math" panose="02040503050406030204" pitchFamily="18" charset="0"/>
                                <a:ea typeface="Cambria Math" panose="02040503050406030204" pitchFamily="18" charset="0"/>
                              </a:rPr>
                              <m:t>𝒕𝒓𝒂𝒊𝒏</m:t>
                            </m:r>
                          </m:sub>
                        </m:sSub>
                        <m:r>
                          <a:rPr lang="fr-CH" sz="2400" b="1" i="1" smtClean="0">
                            <a:latin typeface="Cambria Math" panose="02040503050406030204" pitchFamily="18" charset="0"/>
                            <a:ea typeface="Cambria Math" panose="02040503050406030204" pitchFamily="18" charset="0"/>
                          </a:rPr>
                          <m:t>(</m:t>
                        </m:r>
                        <m:r>
                          <a:rPr lang="fr-CH" sz="2400" b="1" i="1" smtClean="0">
                            <a:latin typeface="Cambria Math" panose="02040503050406030204" pitchFamily="18" charset="0"/>
                            <a:ea typeface="Cambria Math" panose="02040503050406030204" pitchFamily="18" charset="0"/>
                          </a:rPr>
                          <m:t>𝒂</m:t>
                        </m:r>
                        <m:r>
                          <a:rPr lang="fr-CH" sz="2400" b="1" i="1" smtClean="0">
                            <a:latin typeface="Cambria Math" panose="02040503050406030204" pitchFamily="18" charset="0"/>
                            <a:ea typeface="Cambria Math" panose="02040503050406030204" pitchFamily="18" charset="0"/>
                          </a:rPr>
                          <m:t>,</m:t>
                        </m:r>
                        <m:r>
                          <a:rPr lang="fr-CH" sz="2400" b="1" i="1" smtClean="0">
                            <a:latin typeface="Cambria Math" panose="02040503050406030204" pitchFamily="18" charset="0"/>
                            <a:ea typeface="Cambria Math" panose="02040503050406030204" pitchFamily="18" charset="0"/>
                          </a:rPr>
                          <m:t>𝒘</m:t>
                        </m:r>
                        <m:r>
                          <a:rPr lang="fr-CH" sz="2400" b="1" i="1" smtClean="0">
                            <a:latin typeface="Cambria Math" panose="02040503050406030204" pitchFamily="18" charset="0"/>
                            <a:ea typeface="Cambria Math" panose="02040503050406030204" pitchFamily="18" charset="0"/>
                          </a:rPr>
                          <m:t>)</m:t>
                        </m:r>
                      </m:e>
                    </m:func>
                  </m:oMath>
                </a14:m>
                <a:endParaRPr lang="fr-FR" sz="2400" dirty="0"/>
              </a:p>
            </p:txBody>
          </p:sp>
        </mc:Choice>
        <mc:Fallback xmlns="">
          <p:sp>
            <p:nvSpPr>
              <p:cNvPr id="2" name="ZoneTexte 1">
                <a:extLst>
                  <a:ext uri="{FF2B5EF4-FFF2-40B4-BE49-F238E27FC236}">
                    <a16:creationId xmlns:a16="http://schemas.microsoft.com/office/drawing/2014/main" id="{E90E5DC2-DD40-9D59-6B34-F592C4DCC3F3}"/>
                  </a:ext>
                </a:extLst>
              </p:cNvPr>
              <p:cNvSpPr txBox="1">
                <a:spLocks noRot="1" noChangeAspect="1" noMove="1" noResize="1" noEditPoints="1" noAdjustHandles="1" noChangeArrowheads="1" noChangeShapeType="1" noTextEdit="1"/>
              </p:cNvSpPr>
              <p:nvPr/>
            </p:nvSpPr>
            <p:spPr>
              <a:xfrm>
                <a:off x="726281" y="4296037"/>
                <a:ext cx="10866438" cy="1504964"/>
              </a:xfrm>
              <a:prstGeom prst="rect">
                <a:avLst/>
              </a:prstGeom>
              <a:blipFill>
                <a:blip r:embed="rId3"/>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1072590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34639-C4B7-B243-C9C3-FE6FD876FD50}"/>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113BD665-DE7E-4B74-CF5A-94B0EC7ABF97}"/>
              </a:ext>
            </a:extLst>
          </p:cNvPr>
          <p:cNvSpPr>
            <a:spLocks noGrp="1"/>
          </p:cNvSpPr>
          <p:nvPr>
            <p:ph type="sldNum" sz="quarter" idx="16"/>
          </p:nvPr>
        </p:nvSpPr>
        <p:spPr/>
        <p:txBody>
          <a:bodyPr/>
          <a:lstStyle/>
          <a:p>
            <a:fld id="{167A0328-A2CC-4110-85D0-A410FFB4F3E3}" type="slidenum">
              <a:rPr lang="fr-FR" smtClean="0"/>
              <a:pPr/>
              <a:t>25</a:t>
            </a:fld>
            <a:endParaRPr lang="fr-FR" dirty="0"/>
          </a:p>
        </p:txBody>
      </p:sp>
      <p:sp>
        <p:nvSpPr>
          <p:cNvPr id="4" name="Titre 3">
            <a:extLst>
              <a:ext uri="{FF2B5EF4-FFF2-40B4-BE49-F238E27FC236}">
                <a16:creationId xmlns:a16="http://schemas.microsoft.com/office/drawing/2014/main" id="{1AC613DA-A444-F264-4DCE-3384C466581D}"/>
              </a:ext>
            </a:extLst>
          </p:cNvPr>
          <p:cNvSpPr>
            <a:spLocks noGrp="1"/>
          </p:cNvSpPr>
          <p:nvPr>
            <p:ph type="title"/>
          </p:nvPr>
        </p:nvSpPr>
        <p:spPr/>
        <p:txBody>
          <a:bodyPr>
            <a:normAutofit/>
          </a:bodyPr>
          <a:lstStyle/>
          <a:p>
            <a:r>
              <a:rPr lang="fr-CH" dirty="0"/>
              <a:t>2. </a:t>
            </a:r>
            <a:r>
              <a:rPr lang="fr-CH" dirty="0" err="1"/>
              <a:t>Reducing</a:t>
            </a:r>
            <a:r>
              <a:rPr lang="fr-CH" dirty="0"/>
              <a:t> </a:t>
            </a:r>
            <a:r>
              <a:rPr lang="fr-CH" dirty="0" err="1"/>
              <a:t>Search</a:t>
            </a:r>
            <a:r>
              <a:rPr lang="fr-CH" dirty="0"/>
              <a:t> Time</a:t>
            </a:r>
          </a:p>
        </p:txBody>
      </p:sp>
      <p:sp>
        <p:nvSpPr>
          <p:cNvPr id="16" name="ZoneTexte 15">
            <a:extLst>
              <a:ext uri="{FF2B5EF4-FFF2-40B4-BE49-F238E27FC236}">
                <a16:creationId xmlns:a16="http://schemas.microsoft.com/office/drawing/2014/main" id="{DD62E3B6-F275-5323-6BD4-EDEEE3FA9560}"/>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7F563241-8005-921D-6E94-65DF790F996C}"/>
              </a:ext>
            </a:extLst>
          </p:cNvPr>
          <p:cNvSpPr>
            <a:spLocks noGrp="1"/>
          </p:cNvSpPr>
          <p:nvPr>
            <p:ph sz="quarter" idx="13"/>
          </p:nvPr>
        </p:nvSpPr>
        <p:spPr>
          <a:xfrm>
            <a:off x="901700" y="2095500"/>
            <a:ext cx="10956925" cy="707024"/>
          </a:xfrm>
        </p:spPr>
        <p:txBody>
          <a:bodyPr/>
          <a:lstStyle/>
          <a:p>
            <a:r>
              <a:rPr lang="fr-CH" dirty="0" err="1"/>
              <a:t>Reframing</a:t>
            </a:r>
            <a:r>
              <a:rPr lang="fr-CH" dirty="0"/>
              <a:t> the </a:t>
            </a:r>
            <a:r>
              <a:rPr lang="fr-CH" dirty="0" err="1"/>
              <a:t>Problem</a:t>
            </a:r>
            <a:r>
              <a:rPr lang="fr-CH" dirty="0"/>
              <a:t> as a Bi-</a:t>
            </a:r>
            <a:r>
              <a:rPr lang="fr-CH" dirty="0" err="1"/>
              <a:t>Level</a:t>
            </a:r>
            <a:r>
              <a:rPr lang="fr-CH" dirty="0"/>
              <a:t> </a:t>
            </a:r>
            <a:r>
              <a:rPr lang="fr-CH" dirty="0" err="1"/>
              <a:t>Optimization</a:t>
            </a:r>
            <a:endParaRPr lang="fr-CH" dirty="0"/>
          </a:p>
          <a:p>
            <a:pPr marL="0" indent="0">
              <a:buNone/>
            </a:pPr>
            <a:endParaRPr lang="fr-CH" dirty="0"/>
          </a:p>
          <a:p>
            <a:pPr marL="0" indent="0">
              <a:buNone/>
            </a:pPr>
            <a:endParaRPr lang="fr-FR" dirty="0"/>
          </a:p>
        </p:txBody>
      </p:sp>
      <p:sp>
        <p:nvSpPr>
          <p:cNvPr id="7" name="Rectangle : coins arrondis 6">
            <a:extLst>
              <a:ext uri="{FF2B5EF4-FFF2-40B4-BE49-F238E27FC236}">
                <a16:creationId xmlns:a16="http://schemas.microsoft.com/office/drawing/2014/main" id="{6E1C9ECB-937A-10C3-E5B3-F0A5BE297AC3}"/>
              </a:ext>
            </a:extLst>
          </p:cNvPr>
          <p:cNvSpPr/>
          <p:nvPr/>
        </p:nvSpPr>
        <p:spPr>
          <a:xfrm>
            <a:off x="4787632" y="3429000"/>
            <a:ext cx="936433"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H</a:t>
            </a:r>
            <a:endParaRPr lang="fr-FR" dirty="0"/>
          </a:p>
        </p:txBody>
      </p:sp>
      <p:sp>
        <p:nvSpPr>
          <p:cNvPr id="9" name="Rectangle : coins arrondis 8">
            <a:extLst>
              <a:ext uri="{FF2B5EF4-FFF2-40B4-BE49-F238E27FC236}">
                <a16:creationId xmlns:a16="http://schemas.microsoft.com/office/drawing/2014/main" id="{CE3C1337-F92A-1A60-E04E-F96B5E76B1B6}"/>
              </a:ext>
            </a:extLst>
          </p:cNvPr>
          <p:cNvSpPr/>
          <p:nvPr/>
        </p:nvSpPr>
        <p:spPr>
          <a:xfrm>
            <a:off x="7039500" y="3429000"/>
            <a:ext cx="936433"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S</a:t>
            </a:r>
            <a:endParaRPr lang="fr-FR" dirty="0"/>
          </a:p>
        </p:txBody>
      </p:sp>
      <mc:AlternateContent xmlns:mc="http://schemas.openxmlformats.org/markup-compatibility/2006" xmlns:a14="http://schemas.microsoft.com/office/drawing/2010/main">
        <mc:Choice Requires="a14">
          <p:sp>
            <p:nvSpPr>
              <p:cNvPr id="10" name="Rectangle : coins arrondis 9">
                <a:extLst>
                  <a:ext uri="{FF2B5EF4-FFF2-40B4-BE49-F238E27FC236}">
                    <a16:creationId xmlns:a16="http://schemas.microsoft.com/office/drawing/2014/main" id="{322052DA-6423-E949-F8FE-C49075A56BD6}"/>
                  </a:ext>
                </a:extLst>
              </p:cNvPr>
              <p:cNvSpPr/>
              <p:nvPr/>
            </p:nvSpPr>
            <p:spPr>
              <a:xfrm>
                <a:off x="8192930" y="3429000"/>
                <a:ext cx="1840568"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CH" b="0" i="1" smtClean="0">
                              <a:latin typeface="Cambria Math" panose="02040503050406030204" pitchFamily="18" charset="0"/>
                            </a:rPr>
                          </m:ctrlPr>
                        </m:sSubPr>
                        <m:e>
                          <m:r>
                            <a:rPr lang="fr-CH" b="0" i="1" smtClean="0">
                              <a:latin typeface="Cambria Math" panose="02040503050406030204" pitchFamily="18" charset="0"/>
                            </a:rPr>
                            <m:t>𝐿</m:t>
                          </m:r>
                        </m:e>
                        <m:sub>
                          <m:r>
                            <a:rPr lang="fr-CH" b="0" i="1" smtClean="0">
                              <a:latin typeface="Cambria Math" panose="02040503050406030204" pitchFamily="18" charset="0"/>
                            </a:rPr>
                            <m:t>𝑣𝑎𝑙</m:t>
                          </m:r>
                        </m:sub>
                      </m:sSub>
                    </m:oMath>
                  </m:oMathPara>
                </a14:m>
                <a:endParaRPr lang="fr-FR" dirty="0"/>
              </a:p>
            </p:txBody>
          </p:sp>
        </mc:Choice>
        <mc:Fallback xmlns="">
          <p:sp>
            <p:nvSpPr>
              <p:cNvPr id="10" name="Rectangle : coins arrondis 9">
                <a:extLst>
                  <a:ext uri="{FF2B5EF4-FFF2-40B4-BE49-F238E27FC236}">
                    <a16:creationId xmlns:a16="http://schemas.microsoft.com/office/drawing/2014/main" id="{322052DA-6423-E949-F8FE-C49075A56BD6}"/>
                  </a:ext>
                </a:extLst>
              </p:cNvPr>
              <p:cNvSpPr>
                <a:spLocks noRot="1" noChangeAspect="1" noMove="1" noResize="1" noEditPoints="1" noAdjustHandles="1" noChangeArrowheads="1" noChangeShapeType="1" noTextEdit="1"/>
              </p:cNvSpPr>
              <p:nvPr/>
            </p:nvSpPr>
            <p:spPr>
              <a:xfrm>
                <a:off x="8192930" y="3429000"/>
                <a:ext cx="1840568" cy="884104"/>
              </a:xfrm>
              <a:prstGeom prst="roundRect">
                <a:avLst/>
              </a:prstGeom>
              <a:blipFill>
                <a:blip r:embed="rId3"/>
                <a:stretch>
                  <a:fillRect/>
                </a:stretch>
              </a:blipFill>
            </p:spPr>
            <p:txBody>
              <a:bodyPr/>
              <a:lstStyle/>
              <a:p>
                <a:r>
                  <a:rPr lang="fr-FR">
                    <a:noFill/>
                  </a:rPr>
                  <a:t> </a:t>
                </a:r>
              </a:p>
            </p:txBody>
          </p:sp>
        </mc:Fallback>
      </mc:AlternateContent>
      <p:cxnSp>
        <p:nvCxnSpPr>
          <p:cNvPr id="12" name="Connecteur : en angle 11">
            <a:extLst>
              <a:ext uri="{FF2B5EF4-FFF2-40B4-BE49-F238E27FC236}">
                <a16:creationId xmlns:a16="http://schemas.microsoft.com/office/drawing/2014/main" id="{25EB314B-4497-AB4D-383B-CC1AD0144690}"/>
              </a:ext>
            </a:extLst>
          </p:cNvPr>
          <p:cNvCxnSpPr>
            <a:stCxn id="10" idx="0"/>
            <a:endCxn id="7" idx="0"/>
          </p:cNvCxnSpPr>
          <p:nvPr/>
        </p:nvCxnSpPr>
        <p:spPr>
          <a:xfrm rot="16200000" flipV="1">
            <a:off x="7184532" y="1500317"/>
            <a:ext cx="12700" cy="3857365"/>
          </a:xfrm>
          <a:prstGeom prst="bentConnector3">
            <a:avLst>
              <a:gd name="adj1" fmla="val 1800000"/>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14" name="Rectangle : coins arrondis 13">
            <a:extLst>
              <a:ext uri="{FF2B5EF4-FFF2-40B4-BE49-F238E27FC236}">
                <a16:creationId xmlns:a16="http://schemas.microsoft.com/office/drawing/2014/main" id="{D1FB82FA-6D81-0613-02A3-5207AB0B4853}"/>
              </a:ext>
            </a:extLst>
          </p:cNvPr>
          <p:cNvSpPr/>
          <p:nvPr/>
        </p:nvSpPr>
        <p:spPr>
          <a:xfrm>
            <a:off x="4787632" y="5311046"/>
            <a:ext cx="936433"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H</a:t>
            </a:r>
            <a:endParaRPr lang="fr-FR" dirty="0"/>
          </a:p>
        </p:txBody>
      </p:sp>
      <p:sp>
        <p:nvSpPr>
          <p:cNvPr id="17" name="Rectangle : coins arrondis 16">
            <a:extLst>
              <a:ext uri="{FF2B5EF4-FFF2-40B4-BE49-F238E27FC236}">
                <a16:creationId xmlns:a16="http://schemas.microsoft.com/office/drawing/2014/main" id="{1AC86CF9-591C-5FD3-06FA-116FB3FB55F6}"/>
              </a:ext>
            </a:extLst>
          </p:cNvPr>
          <p:cNvSpPr/>
          <p:nvPr/>
        </p:nvSpPr>
        <p:spPr>
          <a:xfrm>
            <a:off x="7039500" y="5311046"/>
            <a:ext cx="936433"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S</a:t>
            </a:r>
            <a:endParaRPr lang="fr-FR" dirty="0"/>
          </a:p>
        </p:txBody>
      </p:sp>
      <mc:AlternateContent xmlns:mc="http://schemas.openxmlformats.org/markup-compatibility/2006" xmlns:a14="http://schemas.microsoft.com/office/drawing/2010/main">
        <mc:Choice Requires="a14">
          <p:sp>
            <p:nvSpPr>
              <p:cNvPr id="18" name="Rectangle : coins arrondis 17">
                <a:extLst>
                  <a:ext uri="{FF2B5EF4-FFF2-40B4-BE49-F238E27FC236}">
                    <a16:creationId xmlns:a16="http://schemas.microsoft.com/office/drawing/2014/main" id="{4A4BB92B-287B-B2A0-3C14-1C6B10A98D6C}"/>
                  </a:ext>
                </a:extLst>
              </p:cNvPr>
              <p:cNvSpPr/>
              <p:nvPr/>
            </p:nvSpPr>
            <p:spPr>
              <a:xfrm>
                <a:off x="8192930" y="5311046"/>
                <a:ext cx="1840568"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CH" b="0" i="1" smtClean="0">
                              <a:latin typeface="Cambria Math" panose="02040503050406030204" pitchFamily="18" charset="0"/>
                            </a:rPr>
                          </m:ctrlPr>
                        </m:sSubPr>
                        <m:e>
                          <m:r>
                            <a:rPr lang="fr-CH" b="0" i="1" smtClean="0">
                              <a:latin typeface="Cambria Math" panose="02040503050406030204" pitchFamily="18" charset="0"/>
                            </a:rPr>
                            <m:t>𝐿</m:t>
                          </m:r>
                        </m:e>
                        <m:sub>
                          <m:r>
                            <a:rPr lang="fr-CH" b="0" i="1" smtClean="0">
                              <a:latin typeface="Cambria Math" panose="02040503050406030204" pitchFamily="18" charset="0"/>
                            </a:rPr>
                            <m:t>𝑡𝑟𝑎𝑖𝑛</m:t>
                          </m:r>
                        </m:sub>
                      </m:sSub>
                    </m:oMath>
                  </m:oMathPara>
                </a14:m>
                <a:endParaRPr lang="fr-FR" dirty="0"/>
              </a:p>
            </p:txBody>
          </p:sp>
        </mc:Choice>
        <mc:Fallback xmlns="">
          <p:sp>
            <p:nvSpPr>
              <p:cNvPr id="18" name="Rectangle : coins arrondis 17">
                <a:extLst>
                  <a:ext uri="{FF2B5EF4-FFF2-40B4-BE49-F238E27FC236}">
                    <a16:creationId xmlns:a16="http://schemas.microsoft.com/office/drawing/2014/main" id="{4A4BB92B-287B-B2A0-3C14-1C6B10A98D6C}"/>
                  </a:ext>
                </a:extLst>
              </p:cNvPr>
              <p:cNvSpPr>
                <a:spLocks noRot="1" noChangeAspect="1" noMove="1" noResize="1" noEditPoints="1" noAdjustHandles="1" noChangeArrowheads="1" noChangeShapeType="1" noTextEdit="1"/>
              </p:cNvSpPr>
              <p:nvPr/>
            </p:nvSpPr>
            <p:spPr>
              <a:xfrm>
                <a:off x="8192930" y="5311046"/>
                <a:ext cx="1840568" cy="884104"/>
              </a:xfrm>
              <a:prstGeom prst="roundRect">
                <a:avLst/>
              </a:prstGeom>
              <a:blipFill>
                <a:blip r:embed="rId4"/>
                <a:stretch>
                  <a:fillRect/>
                </a:stretch>
              </a:blipFill>
            </p:spPr>
            <p:txBody>
              <a:bodyPr/>
              <a:lstStyle/>
              <a:p>
                <a:r>
                  <a:rPr lang="fr-FR">
                    <a:noFill/>
                  </a:rPr>
                  <a:t> </a:t>
                </a:r>
              </a:p>
            </p:txBody>
          </p:sp>
        </mc:Fallback>
      </mc:AlternateContent>
      <p:cxnSp>
        <p:nvCxnSpPr>
          <p:cNvPr id="19" name="Connecteur : en angle 18">
            <a:extLst>
              <a:ext uri="{FF2B5EF4-FFF2-40B4-BE49-F238E27FC236}">
                <a16:creationId xmlns:a16="http://schemas.microsoft.com/office/drawing/2014/main" id="{37FCB671-5A02-A209-8CAD-0F2623131A25}"/>
              </a:ext>
            </a:extLst>
          </p:cNvPr>
          <p:cNvCxnSpPr>
            <a:cxnSpLocks/>
            <a:stCxn id="18" idx="0"/>
            <a:endCxn id="17" idx="0"/>
          </p:cNvCxnSpPr>
          <p:nvPr/>
        </p:nvCxnSpPr>
        <p:spPr>
          <a:xfrm rot="16200000" flipV="1">
            <a:off x="8310466" y="4508297"/>
            <a:ext cx="12700" cy="1605497"/>
          </a:xfrm>
          <a:prstGeom prst="bentConnector3">
            <a:avLst>
              <a:gd name="adj1" fmla="val 1800000"/>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5" name="Connecteur droit avec flèche 4">
            <a:extLst>
              <a:ext uri="{FF2B5EF4-FFF2-40B4-BE49-F238E27FC236}">
                <a16:creationId xmlns:a16="http://schemas.microsoft.com/office/drawing/2014/main" id="{AB8C08EF-3F16-7E39-A258-EC101E28D559}"/>
              </a:ext>
            </a:extLst>
          </p:cNvPr>
          <p:cNvCxnSpPr>
            <a:cxnSpLocks/>
            <a:stCxn id="7" idx="3"/>
            <a:endCxn id="8" idx="2"/>
          </p:cNvCxnSpPr>
          <p:nvPr/>
        </p:nvCxnSpPr>
        <p:spPr>
          <a:xfrm>
            <a:off x="5724065" y="3871052"/>
            <a:ext cx="424355" cy="94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Ellipse 7">
                <a:extLst>
                  <a:ext uri="{FF2B5EF4-FFF2-40B4-BE49-F238E27FC236}">
                    <a16:creationId xmlns:a16="http://schemas.microsoft.com/office/drawing/2014/main" id="{D3D319FC-AF79-42A8-3156-E45C61668806}"/>
                  </a:ext>
                </a:extLst>
              </p:cNvPr>
              <p:cNvSpPr/>
              <p:nvPr/>
            </p:nvSpPr>
            <p:spPr>
              <a:xfrm>
                <a:off x="6148420" y="3657706"/>
                <a:ext cx="466725" cy="445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sz="1800" b="1" i="0" smtClean="0">
                          <a:latin typeface="Cambria Math" panose="02040503050406030204" pitchFamily="18" charset="0"/>
                          <a:ea typeface="Cambria Math" panose="02040503050406030204" pitchFamily="18" charset="0"/>
                        </a:rPr>
                        <m:t>ã</m:t>
                      </m:r>
                    </m:oMath>
                  </m:oMathPara>
                </a14:m>
                <a:endParaRPr lang="fr-FR" dirty="0"/>
              </a:p>
            </p:txBody>
          </p:sp>
        </mc:Choice>
        <mc:Fallback xmlns="">
          <p:sp>
            <p:nvSpPr>
              <p:cNvPr id="8" name="Ellipse 7">
                <a:extLst>
                  <a:ext uri="{FF2B5EF4-FFF2-40B4-BE49-F238E27FC236}">
                    <a16:creationId xmlns:a16="http://schemas.microsoft.com/office/drawing/2014/main" id="{D3D319FC-AF79-42A8-3156-E45C61668806}"/>
                  </a:ext>
                </a:extLst>
              </p:cNvPr>
              <p:cNvSpPr>
                <a:spLocks noRot="1" noChangeAspect="1" noMove="1" noResize="1" noEditPoints="1" noAdjustHandles="1" noChangeArrowheads="1" noChangeShapeType="1" noTextEdit="1"/>
              </p:cNvSpPr>
              <p:nvPr/>
            </p:nvSpPr>
            <p:spPr>
              <a:xfrm>
                <a:off x="6148420" y="3657706"/>
                <a:ext cx="466725" cy="445500"/>
              </a:xfrm>
              <a:prstGeom prst="ellipse">
                <a:avLst/>
              </a:prstGeom>
              <a:blipFill>
                <a:blip r:embed="rId5"/>
                <a:stretch>
                  <a:fillRect/>
                </a:stretch>
              </a:blipFill>
            </p:spPr>
            <p:txBody>
              <a:bodyPr/>
              <a:lstStyle/>
              <a:p>
                <a:r>
                  <a:rPr lang="fr-FR">
                    <a:noFill/>
                  </a:rPr>
                  <a:t> </a:t>
                </a:r>
              </a:p>
            </p:txBody>
          </p:sp>
        </mc:Fallback>
      </mc:AlternateContent>
      <p:cxnSp>
        <p:nvCxnSpPr>
          <p:cNvPr id="11" name="Connecteur droit avec flèche 10">
            <a:extLst>
              <a:ext uri="{FF2B5EF4-FFF2-40B4-BE49-F238E27FC236}">
                <a16:creationId xmlns:a16="http://schemas.microsoft.com/office/drawing/2014/main" id="{DD330140-0BBE-31B0-3F2E-E69FBE42884F}"/>
              </a:ext>
            </a:extLst>
          </p:cNvPr>
          <p:cNvCxnSpPr>
            <a:cxnSpLocks/>
            <a:stCxn id="8" idx="6"/>
            <a:endCxn id="9" idx="1"/>
          </p:cNvCxnSpPr>
          <p:nvPr/>
        </p:nvCxnSpPr>
        <p:spPr>
          <a:xfrm flipV="1">
            <a:off x="6615145" y="3871052"/>
            <a:ext cx="424355" cy="94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eur droit avec flèche 24">
            <a:extLst>
              <a:ext uri="{FF2B5EF4-FFF2-40B4-BE49-F238E27FC236}">
                <a16:creationId xmlns:a16="http://schemas.microsoft.com/office/drawing/2014/main" id="{7BFBFDB0-E6F9-2D9F-3FA0-674B5032C439}"/>
              </a:ext>
            </a:extLst>
          </p:cNvPr>
          <p:cNvCxnSpPr>
            <a:cxnSpLocks/>
            <a:endCxn id="26" idx="2"/>
          </p:cNvCxnSpPr>
          <p:nvPr/>
        </p:nvCxnSpPr>
        <p:spPr>
          <a:xfrm>
            <a:off x="5724065" y="5741904"/>
            <a:ext cx="424355" cy="94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Ellipse 25">
                <a:extLst>
                  <a:ext uri="{FF2B5EF4-FFF2-40B4-BE49-F238E27FC236}">
                    <a16:creationId xmlns:a16="http://schemas.microsoft.com/office/drawing/2014/main" id="{75FFDDC7-5E75-B30A-E56F-2CCC11169D7C}"/>
                  </a:ext>
                </a:extLst>
              </p:cNvPr>
              <p:cNvSpPr/>
              <p:nvPr/>
            </p:nvSpPr>
            <p:spPr>
              <a:xfrm>
                <a:off x="6148420" y="5528558"/>
                <a:ext cx="466725" cy="445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sz="1800" b="1" i="0" smtClean="0">
                          <a:latin typeface="Cambria Math" panose="02040503050406030204" pitchFamily="18" charset="0"/>
                          <a:ea typeface="Cambria Math" panose="02040503050406030204" pitchFamily="18" charset="0"/>
                        </a:rPr>
                        <m:t>ã</m:t>
                      </m:r>
                    </m:oMath>
                  </m:oMathPara>
                </a14:m>
                <a:endParaRPr lang="fr-FR" dirty="0"/>
              </a:p>
            </p:txBody>
          </p:sp>
        </mc:Choice>
        <mc:Fallback xmlns="">
          <p:sp>
            <p:nvSpPr>
              <p:cNvPr id="26" name="Ellipse 25">
                <a:extLst>
                  <a:ext uri="{FF2B5EF4-FFF2-40B4-BE49-F238E27FC236}">
                    <a16:creationId xmlns:a16="http://schemas.microsoft.com/office/drawing/2014/main" id="{75FFDDC7-5E75-B30A-E56F-2CCC11169D7C}"/>
                  </a:ext>
                </a:extLst>
              </p:cNvPr>
              <p:cNvSpPr>
                <a:spLocks noRot="1" noChangeAspect="1" noMove="1" noResize="1" noEditPoints="1" noAdjustHandles="1" noChangeArrowheads="1" noChangeShapeType="1" noTextEdit="1"/>
              </p:cNvSpPr>
              <p:nvPr/>
            </p:nvSpPr>
            <p:spPr>
              <a:xfrm>
                <a:off x="6148420" y="5528558"/>
                <a:ext cx="466725" cy="445500"/>
              </a:xfrm>
              <a:prstGeom prst="ellipse">
                <a:avLst/>
              </a:prstGeom>
              <a:blipFill>
                <a:blip r:embed="rId6"/>
                <a:stretch>
                  <a:fillRect/>
                </a:stretch>
              </a:blipFill>
            </p:spPr>
            <p:txBody>
              <a:bodyPr/>
              <a:lstStyle/>
              <a:p>
                <a:r>
                  <a:rPr lang="fr-FR">
                    <a:noFill/>
                  </a:rPr>
                  <a:t> </a:t>
                </a:r>
              </a:p>
            </p:txBody>
          </p:sp>
        </mc:Fallback>
      </mc:AlternateContent>
      <p:cxnSp>
        <p:nvCxnSpPr>
          <p:cNvPr id="27" name="Connecteur droit avec flèche 26">
            <a:extLst>
              <a:ext uri="{FF2B5EF4-FFF2-40B4-BE49-F238E27FC236}">
                <a16:creationId xmlns:a16="http://schemas.microsoft.com/office/drawing/2014/main" id="{5C385C04-B25B-4CD6-3E27-6E1C4F341F53}"/>
              </a:ext>
            </a:extLst>
          </p:cNvPr>
          <p:cNvCxnSpPr>
            <a:cxnSpLocks/>
            <a:stCxn id="26" idx="6"/>
          </p:cNvCxnSpPr>
          <p:nvPr/>
        </p:nvCxnSpPr>
        <p:spPr>
          <a:xfrm flipV="1">
            <a:off x="6615145" y="5741904"/>
            <a:ext cx="424355" cy="94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necteur droit avec flèche 27">
            <a:extLst>
              <a:ext uri="{FF2B5EF4-FFF2-40B4-BE49-F238E27FC236}">
                <a16:creationId xmlns:a16="http://schemas.microsoft.com/office/drawing/2014/main" id="{4C05456F-6F02-438C-D447-E31B8C133D37}"/>
              </a:ext>
            </a:extLst>
          </p:cNvPr>
          <p:cNvCxnSpPr>
            <a:cxnSpLocks/>
            <a:stCxn id="9" idx="3"/>
            <a:endCxn id="10" idx="1"/>
          </p:cNvCxnSpPr>
          <p:nvPr/>
        </p:nvCxnSpPr>
        <p:spPr>
          <a:xfrm>
            <a:off x="7975933" y="3871052"/>
            <a:ext cx="21699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35FE0490-6094-E0D7-27B1-5536EEEAABB8}"/>
              </a:ext>
            </a:extLst>
          </p:cNvPr>
          <p:cNvSpPr txBox="1"/>
          <p:nvPr/>
        </p:nvSpPr>
        <p:spPr>
          <a:xfrm>
            <a:off x="6243166" y="2763824"/>
            <a:ext cx="22526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(H) Gradient flow</a:t>
            </a:r>
          </a:p>
        </p:txBody>
      </p:sp>
      <p:sp>
        <p:nvSpPr>
          <p:cNvPr id="33" name="ZoneTexte 32">
            <a:extLst>
              <a:ext uri="{FF2B5EF4-FFF2-40B4-BE49-F238E27FC236}">
                <a16:creationId xmlns:a16="http://schemas.microsoft.com/office/drawing/2014/main" id="{76F461F4-34BE-D954-704B-B39DFBB61D7A}"/>
              </a:ext>
            </a:extLst>
          </p:cNvPr>
          <p:cNvSpPr txBox="1"/>
          <p:nvPr/>
        </p:nvSpPr>
        <p:spPr>
          <a:xfrm>
            <a:off x="7307691" y="4714581"/>
            <a:ext cx="20182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(S) Gradient flow</a:t>
            </a:r>
          </a:p>
        </p:txBody>
      </p:sp>
      <p:sp>
        <p:nvSpPr>
          <p:cNvPr id="34" name="ZoneTexte 33">
            <a:extLst>
              <a:ext uri="{FF2B5EF4-FFF2-40B4-BE49-F238E27FC236}">
                <a16:creationId xmlns:a16="http://schemas.microsoft.com/office/drawing/2014/main" id="{CE201128-03BA-E2CD-1F23-2ECAE036266D}"/>
              </a:ext>
            </a:extLst>
          </p:cNvPr>
          <p:cNvSpPr txBox="1"/>
          <p:nvPr/>
        </p:nvSpPr>
        <p:spPr>
          <a:xfrm>
            <a:off x="361950" y="3657706"/>
            <a:ext cx="40885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1. Update </a:t>
            </a:r>
            <a:r>
              <a:rPr lang="fr-FR" dirty="0" err="1">
                <a:solidFill>
                  <a:schemeClr val="tx2"/>
                </a:solidFill>
              </a:rPr>
              <a:t>Hypernetwork</a:t>
            </a:r>
            <a:r>
              <a:rPr lang="fr-FR" dirty="0">
                <a:solidFill>
                  <a:schemeClr val="tx2"/>
                </a:solidFill>
              </a:rPr>
              <a:t> (H) </a:t>
            </a:r>
            <a:r>
              <a:rPr lang="fr-FR" dirty="0" err="1">
                <a:solidFill>
                  <a:schemeClr val="tx2"/>
                </a:solidFill>
              </a:rPr>
              <a:t>Parameter</a:t>
            </a:r>
            <a:endParaRPr lang="fr-FR" dirty="0">
              <a:solidFill>
                <a:schemeClr val="tx2"/>
              </a:solidFill>
            </a:endParaRPr>
          </a:p>
        </p:txBody>
      </p:sp>
      <p:sp>
        <p:nvSpPr>
          <p:cNvPr id="35" name="ZoneTexte 34">
            <a:extLst>
              <a:ext uri="{FF2B5EF4-FFF2-40B4-BE49-F238E27FC236}">
                <a16:creationId xmlns:a16="http://schemas.microsoft.com/office/drawing/2014/main" id="{2281DD0D-9946-2E9F-317C-D34627AC3A3A}"/>
              </a:ext>
            </a:extLst>
          </p:cNvPr>
          <p:cNvSpPr txBox="1"/>
          <p:nvPr/>
        </p:nvSpPr>
        <p:spPr>
          <a:xfrm>
            <a:off x="361949" y="5604726"/>
            <a:ext cx="40885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2. Update </a:t>
            </a:r>
            <a:r>
              <a:rPr lang="fr-FR" dirty="0" err="1">
                <a:solidFill>
                  <a:schemeClr val="tx2"/>
                </a:solidFill>
              </a:rPr>
              <a:t>Supernetwork</a:t>
            </a:r>
            <a:r>
              <a:rPr lang="fr-FR" dirty="0">
                <a:solidFill>
                  <a:schemeClr val="tx2"/>
                </a:solidFill>
              </a:rPr>
              <a:t>  (S) </a:t>
            </a:r>
            <a:r>
              <a:rPr lang="fr-FR" dirty="0" err="1">
                <a:solidFill>
                  <a:schemeClr val="tx2"/>
                </a:solidFill>
              </a:rPr>
              <a:t>Parameter</a:t>
            </a:r>
            <a:endParaRPr lang="fr-FR" dirty="0">
              <a:solidFill>
                <a:schemeClr val="tx2"/>
              </a:solidFill>
            </a:endParaRPr>
          </a:p>
        </p:txBody>
      </p:sp>
    </p:spTree>
    <p:extLst>
      <p:ext uri="{BB962C8B-B14F-4D97-AF65-F5344CB8AC3E}">
        <p14:creationId xmlns:p14="http://schemas.microsoft.com/office/powerpoint/2010/main" val="893771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3ACAE-5B60-CBF2-B746-ECAD1DB4050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11705247-C955-098B-3E12-D84C4C6CA87A}"/>
              </a:ext>
            </a:extLst>
          </p:cNvPr>
          <p:cNvSpPr>
            <a:spLocks noGrp="1"/>
          </p:cNvSpPr>
          <p:nvPr>
            <p:ph type="sldNum" sz="quarter" idx="16"/>
          </p:nvPr>
        </p:nvSpPr>
        <p:spPr/>
        <p:txBody>
          <a:bodyPr/>
          <a:lstStyle/>
          <a:p>
            <a:fld id="{167A0328-A2CC-4110-85D0-A410FFB4F3E3}" type="slidenum">
              <a:rPr lang="fr-FR" smtClean="0"/>
              <a:pPr/>
              <a:t>26</a:t>
            </a:fld>
            <a:endParaRPr lang="fr-FR" dirty="0"/>
          </a:p>
        </p:txBody>
      </p:sp>
      <p:sp>
        <p:nvSpPr>
          <p:cNvPr id="4" name="Titre 3">
            <a:extLst>
              <a:ext uri="{FF2B5EF4-FFF2-40B4-BE49-F238E27FC236}">
                <a16:creationId xmlns:a16="http://schemas.microsoft.com/office/drawing/2014/main" id="{EFD75298-4CD7-AE1E-84E6-27E45617BA71}"/>
              </a:ext>
            </a:extLst>
          </p:cNvPr>
          <p:cNvSpPr>
            <a:spLocks noGrp="1"/>
          </p:cNvSpPr>
          <p:nvPr>
            <p:ph type="title"/>
          </p:nvPr>
        </p:nvSpPr>
        <p:spPr/>
        <p:txBody>
          <a:bodyPr>
            <a:normAutofit/>
          </a:bodyPr>
          <a:lstStyle/>
          <a:p>
            <a:r>
              <a:rPr lang="fr-CH" dirty="0"/>
              <a:t>Solution </a:t>
            </a:r>
            <a:r>
              <a:rPr lang="fr-CH" dirty="0" err="1"/>
              <a:t>Overview</a:t>
            </a:r>
            <a:endParaRPr lang="fr-CH" dirty="0"/>
          </a:p>
        </p:txBody>
      </p:sp>
      <p:sp>
        <p:nvSpPr>
          <p:cNvPr id="16" name="ZoneTexte 15">
            <a:extLst>
              <a:ext uri="{FF2B5EF4-FFF2-40B4-BE49-F238E27FC236}">
                <a16:creationId xmlns:a16="http://schemas.microsoft.com/office/drawing/2014/main" id="{772143C1-90EB-8B09-8FC9-E5D8CC621B93}"/>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751AB6C9-CBF6-43DC-B97F-A3E0895B44E0}"/>
              </a:ext>
            </a:extLst>
          </p:cNvPr>
          <p:cNvSpPr>
            <a:spLocks noGrp="1"/>
          </p:cNvSpPr>
          <p:nvPr>
            <p:ph sz="quarter" idx="13"/>
          </p:nvPr>
        </p:nvSpPr>
        <p:spPr>
          <a:xfrm>
            <a:off x="901700" y="2292349"/>
            <a:ext cx="10956925" cy="2800451"/>
          </a:xfrm>
        </p:spPr>
        <p:txBody>
          <a:bodyPr>
            <a:normAutofit/>
          </a:bodyPr>
          <a:lstStyle/>
          <a:p>
            <a:pPr marL="457200" indent="-457200">
              <a:buAutoNum type="arabicPeriod"/>
            </a:pPr>
            <a:r>
              <a:rPr lang="fr-CH" dirty="0" err="1"/>
              <a:t>Reducing</a:t>
            </a:r>
            <a:r>
              <a:rPr lang="fr-CH" dirty="0"/>
              <a:t> Evaluation time</a:t>
            </a:r>
          </a:p>
          <a:p>
            <a:pPr lvl="1"/>
            <a:r>
              <a:rPr lang="fr-CH" dirty="0"/>
              <a:t>Use of </a:t>
            </a:r>
            <a:r>
              <a:rPr lang="fr-CH" dirty="0" err="1"/>
              <a:t>SuperNetwork</a:t>
            </a:r>
            <a:endParaRPr lang="fr-CH" dirty="0"/>
          </a:p>
          <a:p>
            <a:pPr marL="457200" lvl="1" indent="0">
              <a:buNone/>
            </a:pPr>
            <a:endParaRPr lang="fr-CH" dirty="0"/>
          </a:p>
          <a:p>
            <a:pPr marL="457200" indent="-457200">
              <a:buFont typeface="+mj-lt"/>
              <a:buAutoNum type="arabicPeriod"/>
            </a:pPr>
            <a:r>
              <a:rPr lang="fr-CH" dirty="0" err="1"/>
              <a:t>Reducing</a:t>
            </a:r>
            <a:r>
              <a:rPr lang="fr-CH" dirty="0"/>
              <a:t> </a:t>
            </a:r>
            <a:r>
              <a:rPr lang="fr-CH" dirty="0" err="1"/>
              <a:t>Search</a:t>
            </a:r>
            <a:r>
              <a:rPr lang="fr-CH" dirty="0"/>
              <a:t> Time</a:t>
            </a:r>
          </a:p>
          <a:p>
            <a:pPr lvl="1"/>
            <a:r>
              <a:rPr lang="fr-CH" dirty="0" err="1"/>
              <a:t>Using</a:t>
            </a:r>
            <a:r>
              <a:rPr lang="fr-CH" dirty="0"/>
              <a:t> Gradient </a:t>
            </a:r>
            <a:r>
              <a:rPr lang="fr-CH" dirty="0" err="1"/>
              <a:t>Based</a:t>
            </a:r>
            <a:r>
              <a:rPr lang="fr-CH" dirty="0"/>
              <a:t> Method – </a:t>
            </a:r>
            <a:r>
              <a:rPr lang="fr-CH" dirty="0" err="1"/>
              <a:t>Search</a:t>
            </a:r>
            <a:r>
              <a:rPr lang="fr-CH" dirty="0"/>
              <a:t> direction</a:t>
            </a:r>
          </a:p>
          <a:p>
            <a:pPr lvl="2"/>
            <a:r>
              <a:rPr lang="fr-CH" dirty="0" err="1"/>
              <a:t>Involves</a:t>
            </a:r>
            <a:r>
              <a:rPr lang="fr-CH" dirty="0"/>
              <a:t> a </a:t>
            </a:r>
            <a:r>
              <a:rPr lang="fr-CH" dirty="0" err="1"/>
              <a:t>HyperNetwork</a:t>
            </a:r>
            <a:r>
              <a:rPr lang="fr-CH" dirty="0"/>
              <a:t> and a </a:t>
            </a:r>
            <a:r>
              <a:rPr lang="fr-CH" dirty="0" err="1"/>
              <a:t>continuous</a:t>
            </a:r>
            <a:r>
              <a:rPr lang="fr-CH" dirty="0"/>
              <a:t> relaxation </a:t>
            </a:r>
            <a:r>
              <a:rPr lang="fr-CH" dirty="0" err="1"/>
              <a:t>scheme</a:t>
            </a:r>
            <a:endParaRPr lang="fr-CH" dirty="0"/>
          </a:p>
          <a:p>
            <a:pPr marL="0" indent="0">
              <a:buNone/>
            </a:pPr>
            <a:endParaRPr lang="fr-CH" dirty="0"/>
          </a:p>
          <a:p>
            <a:pPr marL="0" indent="0">
              <a:buNone/>
            </a:pPr>
            <a:endParaRPr lang="fr-FR" dirty="0"/>
          </a:p>
        </p:txBody>
      </p:sp>
    </p:spTree>
    <p:extLst>
      <p:ext uri="{BB962C8B-B14F-4D97-AF65-F5344CB8AC3E}">
        <p14:creationId xmlns:p14="http://schemas.microsoft.com/office/powerpoint/2010/main" val="1777802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D10DA-DFFD-40F4-322E-2B50286951B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DB87553-B980-F30B-47C0-79039D8A623D}"/>
              </a:ext>
            </a:extLst>
          </p:cNvPr>
          <p:cNvSpPr>
            <a:spLocks noGrp="1"/>
          </p:cNvSpPr>
          <p:nvPr>
            <p:ph type="sldNum" sz="quarter" idx="16"/>
          </p:nvPr>
        </p:nvSpPr>
        <p:spPr/>
        <p:txBody>
          <a:bodyPr/>
          <a:lstStyle/>
          <a:p>
            <a:fld id="{167A0328-A2CC-4110-85D0-A410FFB4F3E3}" type="slidenum">
              <a:rPr lang="fr-FR" smtClean="0"/>
              <a:pPr/>
              <a:t>27</a:t>
            </a:fld>
            <a:endParaRPr lang="fr-FR" dirty="0"/>
          </a:p>
        </p:txBody>
      </p:sp>
      <p:sp>
        <p:nvSpPr>
          <p:cNvPr id="4" name="Titre 3">
            <a:extLst>
              <a:ext uri="{FF2B5EF4-FFF2-40B4-BE49-F238E27FC236}">
                <a16:creationId xmlns:a16="http://schemas.microsoft.com/office/drawing/2014/main" id="{7E841423-D08D-275E-B58D-D271CE02690B}"/>
              </a:ext>
            </a:extLst>
          </p:cNvPr>
          <p:cNvSpPr>
            <a:spLocks noGrp="1"/>
          </p:cNvSpPr>
          <p:nvPr>
            <p:ph type="title"/>
          </p:nvPr>
        </p:nvSpPr>
        <p:spPr/>
        <p:txBody>
          <a:bodyPr>
            <a:normAutofit/>
          </a:bodyPr>
          <a:lstStyle/>
          <a:p>
            <a:r>
              <a:rPr lang="fr-CH" dirty="0" err="1"/>
              <a:t>Programming</a:t>
            </a:r>
            <a:r>
              <a:rPr lang="fr-CH" dirty="0"/>
              <a:t> Project</a:t>
            </a:r>
          </a:p>
        </p:txBody>
      </p:sp>
      <p:sp>
        <p:nvSpPr>
          <p:cNvPr id="6" name="Espace réservé du contenu 5">
            <a:extLst>
              <a:ext uri="{FF2B5EF4-FFF2-40B4-BE49-F238E27FC236}">
                <a16:creationId xmlns:a16="http://schemas.microsoft.com/office/drawing/2014/main" id="{8DE184EE-41F8-C553-FDFD-FC054FA8494C}"/>
              </a:ext>
            </a:extLst>
          </p:cNvPr>
          <p:cNvSpPr>
            <a:spLocks noGrp="1"/>
          </p:cNvSpPr>
          <p:nvPr>
            <p:ph sz="quarter" idx="13"/>
          </p:nvPr>
        </p:nvSpPr>
        <p:spPr>
          <a:xfrm>
            <a:off x="796925" y="2285999"/>
            <a:ext cx="11009252" cy="3246699"/>
          </a:xfrm>
        </p:spPr>
        <p:txBody>
          <a:bodyPr>
            <a:normAutofit/>
          </a:bodyPr>
          <a:lstStyle/>
          <a:p>
            <a:pPr marL="0" indent="0">
              <a:buNone/>
            </a:pPr>
            <a:r>
              <a:rPr lang="fr-CH" dirty="0" err="1"/>
              <a:t>Heavily</a:t>
            </a:r>
            <a:r>
              <a:rPr lang="fr-CH" dirty="0"/>
              <a:t> </a:t>
            </a:r>
            <a:r>
              <a:rPr lang="fr-CH" dirty="0" err="1"/>
              <a:t>Inspired</a:t>
            </a:r>
            <a:r>
              <a:rPr lang="fr-CH" dirty="0"/>
              <a:t> </a:t>
            </a:r>
            <a:r>
              <a:rPr lang="fr-CH" dirty="0" err="1"/>
              <a:t>from</a:t>
            </a:r>
            <a:r>
              <a:rPr lang="fr-CH" dirty="0"/>
              <a:t> the </a:t>
            </a:r>
            <a:r>
              <a:rPr lang="fr-CH" dirty="0" err="1"/>
              <a:t>paper</a:t>
            </a:r>
            <a:r>
              <a:rPr lang="fr-CH" dirty="0"/>
              <a:t> MODNAS – </a:t>
            </a:r>
            <a:r>
              <a:rPr lang="fr-CH" i="1" dirty="0"/>
              <a:t>(Multi-Objectives </a:t>
            </a:r>
            <a:r>
              <a:rPr lang="fr-CH" i="1" dirty="0" err="1"/>
              <a:t>Differentiable</a:t>
            </a:r>
            <a:r>
              <a:rPr lang="fr-CH" i="1" dirty="0"/>
              <a:t> NAS </a:t>
            </a:r>
            <a:r>
              <a:rPr lang="fr-CH" i="1" dirty="0" err="1"/>
              <a:t>Sukthanker</a:t>
            </a:r>
            <a:r>
              <a:rPr lang="fr-CH" i="1" dirty="0"/>
              <a:t> et al., 2025)</a:t>
            </a:r>
          </a:p>
          <a:p>
            <a:pPr marL="0" indent="0">
              <a:buNone/>
            </a:pPr>
            <a:endParaRPr lang="fr-CH" dirty="0"/>
          </a:p>
          <a:p>
            <a:pPr marL="0" indent="0">
              <a:buNone/>
            </a:pPr>
            <a:r>
              <a:rPr lang="fr-CH" b="1" dirty="0"/>
              <a:t>GOAL</a:t>
            </a:r>
            <a:r>
              <a:rPr lang="fr-CH" dirty="0"/>
              <a:t> : </a:t>
            </a:r>
            <a:r>
              <a:rPr lang="fr-CH" dirty="0" err="1"/>
              <a:t>Approximate</a:t>
            </a:r>
            <a:r>
              <a:rPr lang="fr-CH" dirty="0"/>
              <a:t> the Pareto Front</a:t>
            </a:r>
          </a:p>
          <a:p>
            <a:pPr marL="0" indent="0">
              <a:buNone/>
            </a:pPr>
            <a:r>
              <a:rPr lang="fr-FR" b="1" dirty="0"/>
              <a:t>OBJECTIVES</a:t>
            </a:r>
            <a:r>
              <a:rPr lang="fr-FR" dirty="0"/>
              <a:t> : </a:t>
            </a:r>
            <a:r>
              <a:rPr lang="fr-FR" dirty="0" err="1"/>
              <a:t>Accuracy</a:t>
            </a:r>
            <a:r>
              <a:rPr lang="fr-FR" dirty="0"/>
              <a:t> + model size</a:t>
            </a:r>
            <a:endParaRPr lang="fr-CH" dirty="0"/>
          </a:p>
          <a:p>
            <a:pPr marL="0" indent="0">
              <a:buNone/>
            </a:pPr>
            <a:r>
              <a:rPr lang="fr-FR" b="1" dirty="0"/>
              <a:t>TASK</a:t>
            </a:r>
            <a:r>
              <a:rPr lang="fr-FR" dirty="0"/>
              <a:t> :  Classification</a:t>
            </a:r>
          </a:p>
          <a:p>
            <a:pPr marL="0" indent="0">
              <a:buNone/>
            </a:pPr>
            <a:r>
              <a:rPr lang="fr-FR" b="1" dirty="0"/>
              <a:t>DATASET</a:t>
            </a:r>
            <a:r>
              <a:rPr lang="fr-FR" dirty="0"/>
              <a:t> : CIFAR-10</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3135948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9603C-2B21-94A3-EAFB-6E047C0B950B}"/>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AC585F8-0199-7E80-9DC9-CE6315176870}"/>
              </a:ext>
            </a:extLst>
          </p:cNvPr>
          <p:cNvSpPr>
            <a:spLocks noGrp="1"/>
          </p:cNvSpPr>
          <p:nvPr>
            <p:ph type="sldNum" sz="quarter" idx="16"/>
          </p:nvPr>
        </p:nvSpPr>
        <p:spPr/>
        <p:txBody>
          <a:bodyPr/>
          <a:lstStyle/>
          <a:p>
            <a:fld id="{167A0328-A2CC-4110-85D0-A410FFB4F3E3}" type="slidenum">
              <a:rPr lang="fr-FR" smtClean="0"/>
              <a:pPr/>
              <a:t>28</a:t>
            </a:fld>
            <a:endParaRPr lang="fr-FR" dirty="0"/>
          </a:p>
        </p:txBody>
      </p:sp>
      <p:sp>
        <p:nvSpPr>
          <p:cNvPr id="4" name="Titre 3">
            <a:extLst>
              <a:ext uri="{FF2B5EF4-FFF2-40B4-BE49-F238E27FC236}">
                <a16:creationId xmlns:a16="http://schemas.microsoft.com/office/drawing/2014/main" id="{098ED681-57A1-ECBB-F6CE-3648C256CFFC}"/>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B145EE26-682B-A5B3-E12A-CE043F8C63D9}"/>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427AD6C9-1670-6A13-AAEF-F60C2DD33411}"/>
              </a:ext>
            </a:extLst>
          </p:cNvPr>
          <p:cNvSpPr>
            <a:spLocks noGrp="1"/>
          </p:cNvSpPr>
          <p:nvPr>
            <p:ph sz="quarter" idx="13"/>
          </p:nvPr>
        </p:nvSpPr>
        <p:spPr>
          <a:xfrm>
            <a:off x="901700" y="3429000"/>
            <a:ext cx="3289299" cy="1381125"/>
          </a:xfrm>
        </p:spPr>
        <p:txBody>
          <a:bodyPr>
            <a:normAutofit fontScale="85000" lnSpcReduction="20000"/>
          </a:bodyPr>
          <a:lstStyle/>
          <a:p>
            <a:pPr marL="0" indent="0">
              <a:buNone/>
            </a:pPr>
            <a:r>
              <a:rPr lang="fr-CH" dirty="0"/>
              <a:t>CIFAR-10</a:t>
            </a:r>
          </a:p>
          <a:p>
            <a:pPr marL="0" indent="0">
              <a:buNone/>
            </a:pPr>
            <a:endParaRPr lang="fr-CH" dirty="0"/>
          </a:p>
          <a:p>
            <a:pPr>
              <a:buFontTx/>
              <a:buChar char="-"/>
            </a:pPr>
            <a:r>
              <a:rPr lang="fr-CH" dirty="0"/>
              <a:t>10 Classes</a:t>
            </a:r>
          </a:p>
          <a:p>
            <a:pPr>
              <a:buFontTx/>
              <a:buChar char="-"/>
            </a:pPr>
            <a:r>
              <a:rPr lang="fr-CH" dirty="0"/>
              <a:t>50k images</a:t>
            </a:r>
            <a:endParaRPr lang="fr-FR" dirty="0"/>
          </a:p>
        </p:txBody>
      </p:sp>
      <p:pic>
        <p:nvPicPr>
          <p:cNvPr id="2" name="Image 1" descr="Une image contenant texte, collage, capture d’écran, plein air&#10;&#10;Le contenu généré par l’IA peut être incorrect.">
            <a:extLst>
              <a:ext uri="{FF2B5EF4-FFF2-40B4-BE49-F238E27FC236}">
                <a16:creationId xmlns:a16="http://schemas.microsoft.com/office/drawing/2014/main" id="{E641B65D-2E9C-7A70-DEEB-37AF637683EF}"/>
              </a:ext>
            </a:extLst>
          </p:cNvPr>
          <p:cNvPicPr>
            <a:picLocks noChangeAspect="1"/>
          </p:cNvPicPr>
          <p:nvPr/>
        </p:nvPicPr>
        <p:blipFill>
          <a:blip r:embed="rId3"/>
          <a:srcRect l="1168" t="934" b="1"/>
          <a:stretch/>
        </p:blipFill>
        <p:spPr>
          <a:xfrm>
            <a:off x="4566443" y="2537305"/>
            <a:ext cx="6380163" cy="3434047"/>
          </a:xfrm>
          <a:prstGeom prst="rect">
            <a:avLst/>
          </a:prstGeom>
        </p:spPr>
      </p:pic>
    </p:spTree>
    <p:extLst>
      <p:ext uri="{BB962C8B-B14F-4D97-AF65-F5344CB8AC3E}">
        <p14:creationId xmlns:p14="http://schemas.microsoft.com/office/powerpoint/2010/main" val="66502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00442-B052-4021-5C7E-4A1F84C6A9DA}"/>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A843D1ED-5AFB-8096-8A40-6EBC90A3C828}"/>
              </a:ext>
            </a:extLst>
          </p:cNvPr>
          <p:cNvSpPr>
            <a:spLocks noGrp="1"/>
          </p:cNvSpPr>
          <p:nvPr>
            <p:ph type="sldNum" sz="quarter" idx="16"/>
          </p:nvPr>
        </p:nvSpPr>
        <p:spPr/>
        <p:txBody>
          <a:bodyPr/>
          <a:lstStyle/>
          <a:p>
            <a:fld id="{167A0328-A2CC-4110-85D0-A410FFB4F3E3}" type="slidenum">
              <a:rPr lang="fr-FR" smtClean="0"/>
              <a:pPr/>
              <a:t>29</a:t>
            </a:fld>
            <a:endParaRPr lang="fr-FR" dirty="0"/>
          </a:p>
        </p:txBody>
      </p:sp>
      <p:sp>
        <p:nvSpPr>
          <p:cNvPr id="4" name="Titre 3">
            <a:extLst>
              <a:ext uri="{FF2B5EF4-FFF2-40B4-BE49-F238E27FC236}">
                <a16:creationId xmlns:a16="http://schemas.microsoft.com/office/drawing/2014/main" id="{840C4668-F4FF-EA9B-7844-4E7B0C3B2439}"/>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03A2D77D-BE44-ACE4-84CA-C5858DF12C05}"/>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A2AE6EC3-6428-8E01-DF27-2486D9BA368D}"/>
              </a:ext>
            </a:extLst>
          </p:cNvPr>
          <p:cNvSpPr>
            <a:spLocks noGrp="1"/>
          </p:cNvSpPr>
          <p:nvPr>
            <p:ph sz="quarter" idx="13"/>
          </p:nvPr>
        </p:nvSpPr>
        <p:spPr>
          <a:xfrm>
            <a:off x="901700" y="2095499"/>
            <a:ext cx="10956925" cy="757823"/>
          </a:xfrm>
        </p:spPr>
        <p:txBody>
          <a:bodyPr/>
          <a:lstStyle/>
          <a:p>
            <a:pPr marL="0" indent="0">
              <a:buNone/>
            </a:pPr>
            <a:r>
              <a:rPr lang="fr-CH" dirty="0"/>
              <a:t>Architecture</a:t>
            </a:r>
            <a:endParaRPr lang="fr-FR" dirty="0"/>
          </a:p>
        </p:txBody>
      </p:sp>
      <mc:AlternateContent xmlns:mc="http://schemas.openxmlformats.org/markup-compatibility/2006" xmlns:a14="http://schemas.microsoft.com/office/drawing/2010/main">
        <mc:Choice Requires="a14">
          <p:sp>
            <p:nvSpPr>
              <p:cNvPr id="5" name="Ellipse 4">
                <a:extLst>
                  <a:ext uri="{FF2B5EF4-FFF2-40B4-BE49-F238E27FC236}">
                    <a16:creationId xmlns:a16="http://schemas.microsoft.com/office/drawing/2014/main" id="{0A8CCCBD-D256-9F62-9337-73C6446DC912}"/>
                  </a:ext>
                </a:extLst>
              </p:cNvPr>
              <p:cNvSpPr/>
              <p:nvPr/>
            </p:nvSpPr>
            <p:spPr>
              <a:xfrm>
                <a:off x="3179126" y="4101265"/>
                <a:ext cx="892366" cy="8097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b="0" i="1" smtClean="0">
                          <a:latin typeface="Cambria Math" panose="02040503050406030204" pitchFamily="18" charset="0"/>
                        </a:rPr>
                        <m:t>𝐻</m:t>
                      </m:r>
                      <m:r>
                        <a:rPr lang="fr-CH" b="0" i="1" smtClean="0">
                          <a:latin typeface="Cambria Math" panose="02040503050406030204" pitchFamily="18" charset="0"/>
                        </a:rPr>
                        <m:t>(</m:t>
                      </m:r>
                      <m:r>
                        <a:rPr lang="fr-CH" b="0" i="1" smtClean="0">
                          <a:latin typeface="Cambria Math" panose="02040503050406030204" pitchFamily="18" charset="0"/>
                        </a:rPr>
                        <m:t>𝑟</m:t>
                      </m:r>
                      <m:r>
                        <a:rPr lang="fr-CH" b="0" i="1" smtClean="0">
                          <a:latin typeface="Cambria Math" panose="02040503050406030204" pitchFamily="18" charset="0"/>
                        </a:rPr>
                        <m:t>)</m:t>
                      </m:r>
                    </m:oMath>
                  </m:oMathPara>
                </a14:m>
                <a:endParaRPr lang="fr-FR" dirty="0"/>
              </a:p>
            </p:txBody>
          </p:sp>
        </mc:Choice>
        <mc:Fallback xmlns="">
          <p:sp>
            <p:nvSpPr>
              <p:cNvPr id="5" name="Ellipse 4">
                <a:extLst>
                  <a:ext uri="{FF2B5EF4-FFF2-40B4-BE49-F238E27FC236}">
                    <a16:creationId xmlns:a16="http://schemas.microsoft.com/office/drawing/2014/main" id="{0A8CCCBD-D256-9F62-9337-73C6446DC912}"/>
                  </a:ext>
                </a:extLst>
              </p:cNvPr>
              <p:cNvSpPr>
                <a:spLocks noRot="1" noChangeAspect="1" noMove="1" noResize="1" noEditPoints="1" noAdjustHandles="1" noChangeArrowheads="1" noChangeShapeType="1" noTextEdit="1"/>
              </p:cNvSpPr>
              <p:nvPr/>
            </p:nvSpPr>
            <p:spPr>
              <a:xfrm>
                <a:off x="3179126" y="4101265"/>
                <a:ext cx="892366" cy="809788"/>
              </a:xfrm>
              <a:prstGeom prst="ellipse">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Ellipse 6">
                <a:extLst>
                  <a:ext uri="{FF2B5EF4-FFF2-40B4-BE49-F238E27FC236}">
                    <a16:creationId xmlns:a16="http://schemas.microsoft.com/office/drawing/2014/main" id="{5B7D9B15-7247-CA4F-7EEF-306D8D039706}"/>
                  </a:ext>
                </a:extLst>
              </p:cNvPr>
              <p:cNvSpPr/>
              <p:nvPr/>
            </p:nvSpPr>
            <p:spPr>
              <a:xfrm>
                <a:off x="4605909" y="4101265"/>
                <a:ext cx="892366" cy="8097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sz="1800" b="1" i="0" smtClean="0">
                          <a:latin typeface="Cambria Math" panose="02040503050406030204" pitchFamily="18" charset="0"/>
                          <a:ea typeface="Cambria Math" panose="02040503050406030204" pitchFamily="18" charset="0"/>
                        </a:rPr>
                        <m:t>ã</m:t>
                      </m:r>
                    </m:oMath>
                  </m:oMathPara>
                </a14:m>
                <a:endParaRPr lang="fr-FR" dirty="0"/>
              </a:p>
            </p:txBody>
          </p:sp>
        </mc:Choice>
        <mc:Fallback xmlns="">
          <p:sp>
            <p:nvSpPr>
              <p:cNvPr id="7" name="Ellipse 6">
                <a:extLst>
                  <a:ext uri="{FF2B5EF4-FFF2-40B4-BE49-F238E27FC236}">
                    <a16:creationId xmlns:a16="http://schemas.microsoft.com/office/drawing/2014/main" id="{5B7D9B15-7247-CA4F-7EEF-306D8D039706}"/>
                  </a:ext>
                </a:extLst>
              </p:cNvPr>
              <p:cNvSpPr>
                <a:spLocks noRot="1" noChangeAspect="1" noMove="1" noResize="1" noEditPoints="1" noAdjustHandles="1" noChangeArrowheads="1" noChangeShapeType="1" noTextEdit="1"/>
              </p:cNvSpPr>
              <p:nvPr/>
            </p:nvSpPr>
            <p:spPr>
              <a:xfrm>
                <a:off x="4605909" y="4101265"/>
                <a:ext cx="892366" cy="809788"/>
              </a:xfrm>
              <a:prstGeom prst="ellipse">
                <a:avLst/>
              </a:prstGeom>
              <a:blipFill>
                <a:blip r:embed="rId4"/>
                <a:stretch>
                  <a:fillRect/>
                </a:stretch>
              </a:blipFill>
            </p:spPr>
            <p:txBody>
              <a:bodyPr/>
              <a:lstStyle/>
              <a:p>
                <a:r>
                  <a:rPr lang="fr-FR">
                    <a:noFill/>
                  </a:rPr>
                  <a:t> </a:t>
                </a:r>
              </a:p>
            </p:txBody>
          </p:sp>
        </mc:Fallback>
      </mc:AlternateContent>
      <p:sp>
        <p:nvSpPr>
          <p:cNvPr id="9" name="Ellipse 8">
            <a:extLst>
              <a:ext uri="{FF2B5EF4-FFF2-40B4-BE49-F238E27FC236}">
                <a16:creationId xmlns:a16="http://schemas.microsoft.com/office/drawing/2014/main" id="{200E29C8-8A32-F5EF-D0DC-AB41CD6980FD}"/>
              </a:ext>
            </a:extLst>
          </p:cNvPr>
          <p:cNvSpPr/>
          <p:nvPr/>
        </p:nvSpPr>
        <p:spPr>
          <a:xfrm>
            <a:off x="7210041" y="4115144"/>
            <a:ext cx="892366" cy="8097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S</a:t>
            </a:r>
            <a:endParaRPr lang="fr-FR" dirty="0"/>
          </a:p>
        </p:txBody>
      </p:sp>
      <mc:AlternateContent xmlns:mc="http://schemas.openxmlformats.org/markup-compatibility/2006" xmlns:a14="http://schemas.microsoft.com/office/drawing/2010/main">
        <mc:Choice Requires="a14">
          <p:sp>
            <p:nvSpPr>
              <p:cNvPr id="26" name="Rectangle : coins arrondis 25">
                <a:extLst>
                  <a:ext uri="{FF2B5EF4-FFF2-40B4-BE49-F238E27FC236}">
                    <a16:creationId xmlns:a16="http://schemas.microsoft.com/office/drawing/2014/main" id="{F06F3E5B-7FF0-BD36-780B-77CEF1452B9B}"/>
                  </a:ext>
                </a:extLst>
              </p:cNvPr>
              <p:cNvSpPr/>
              <p:nvPr/>
            </p:nvSpPr>
            <p:spPr>
              <a:xfrm>
                <a:off x="1093343" y="4225172"/>
                <a:ext cx="1600200" cy="5619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b="0" i="1" smtClean="0">
                          <a:latin typeface="Cambria Math" panose="02040503050406030204" pitchFamily="18" charset="0"/>
                        </a:rPr>
                        <m:t>𝑟</m:t>
                      </m:r>
                      <m:r>
                        <a:rPr lang="fr-CH" b="0" i="1" smtClean="0">
                          <a:latin typeface="Cambria Math" panose="02040503050406030204" pitchFamily="18" charset="0"/>
                        </a:rPr>
                        <m:t> ~ </m:t>
                      </m:r>
                      <m:r>
                        <a:rPr lang="fr-CH" b="0" i="1" smtClean="0">
                          <a:latin typeface="Cambria Math" panose="02040503050406030204" pitchFamily="18" charset="0"/>
                        </a:rPr>
                        <m:t>𝐷𝑖𝑟</m:t>
                      </m:r>
                      <m:r>
                        <a:rPr lang="fr-CH" b="0" i="1" smtClean="0">
                          <a:latin typeface="Cambria Math" panose="02040503050406030204" pitchFamily="18" charset="0"/>
                        </a:rPr>
                        <m:t>(</m:t>
                      </m:r>
                      <m:r>
                        <a:rPr lang="fr-CH" b="0" i="1" smtClean="0">
                          <a:latin typeface="Cambria Math" panose="02040503050406030204" pitchFamily="18" charset="0"/>
                        </a:rPr>
                        <m:t>𝛽</m:t>
                      </m:r>
                      <m:r>
                        <a:rPr lang="fr-CH" b="0" i="1" smtClean="0">
                          <a:latin typeface="Cambria Math" panose="02040503050406030204" pitchFamily="18" charset="0"/>
                        </a:rPr>
                        <m:t>)</m:t>
                      </m:r>
                    </m:oMath>
                  </m:oMathPara>
                </a14:m>
                <a:endParaRPr lang="fr-FR" dirty="0"/>
              </a:p>
            </p:txBody>
          </p:sp>
        </mc:Choice>
        <mc:Fallback xmlns="">
          <p:sp>
            <p:nvSpPr>
              <p:cNvPr id="26" name="Rectangle : coins arrondis 25">
                <a:extLst>
                  <a:ext uri="{FF2B5EF4-FFF2-40B4-BE49-F238E27FC236}">
                    <a16:creationId xmlns:a16="http://schemas.microsoft.com/office/drawing/2014/main" id="{F06F3E5B-7FF0-BD36-780B-77CEF1452B9B}"/>
                  </a:ext>
                </a:extLst>
              </p:cNvPr>
              <p:cNvSpPr>
                <a:spLocks noRot="1" noChangeAspect="1" noMove="1" noResize="1" noEditPoints="1" noAdjustHandles="1" noChangeArrowheads="1" noChangeShapeType="1" noTextEdit="1"/>
              </p:cNvSpPr>
              <p:nvPr/>
            </p:nvSpPr>
            <p:spPr>
              <a:xfrm>
                <a:off x="1093343" y="4225172"/>
                <a:ext cx="1600200" cy="561975"/>
              </a:xfrm>
              <a:prstGeom prst="round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8" name="Rectangle : coins arrondis 27">
                <a:extLst>
                  <a:ext uri="{FF2B5EF4-FFF2-40B4-BE49-F238E27FC236}">
                    <a16:creationId xmlns:a16="http://schemas.microsoft.com/office/drawing/2014/main" id="{60DBD97E-272C-0F80-50BF-CDFBB29B8916}"/>
                  </a:ext>
                </a:extLst>
              </p:cNvPr>
              <p:cNvSpPr/>
              <p:nvPr/>
            </p:nvSpPr>
            <p:spPr>
              <a:xfrm>
                <a:off x="5978755" y="4105269"/>
                <a:ext cx="659704" cy="8196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b="0" i="1" smtClean="0">
                          <a:latin typeface="Cambria Math" panose="02040503050406030204" pitchFamily="18" charset="0"/>
                          <a:ea typeface="Cambria Math" panose="02040503050406030204" pitchFamily="18" charset="0"/>
                        </a:rPr>
                        <m:t>∆</m:t>
                      </m:r>
                    </m:oMath>
                  </m:oMathPara>
                </a14:m>
                <a:endParaRPr lang="fr-FR" dirty="0"/>
              </a:p>
            </p:txBody>
          </p:sp>
        </mc:Choice>
        <mc:Fallback xmlns="">
          <p:sp>
            <p:nvSpPr>
              <p:cNvPr id="28" name="Rectangle : coins arrondis 27">
                <a:extLst>
                  <a:ext uri="{FF2B5EF4-FFF2-40B4-BE49-F238E27FC236}">
                    <a16:creationId xmlns:a16="http://schemas.microsoft.com/office/drawing/2014/main" id="{60DBD97E-272C-0F80-50BF-CDFBB29B8916}"/>
                  </a:ext>
                </a:extLst>
              </p:cNvPr>
              <p:cNvSpPr>
                <a:spLocks noRot="1" noChangeAspect="1" noMove="1" noResize="1" noEditPoints="1" noAdjustHandles="1" noChangeArrowheads="1" noChangeShapeType="1" noTextEdit="1"/>
              </p:cNvSpPr>
              <p:nvPr/>
            </p:nvSpPr>
            <p:spPr>
              <a:xfrm>
                <a:off x="5978755" y="4105269"/>
                <a:ext cx="659704" cy="819663"/>
              </a:xfrm>
              <a:prstGeom prst="round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0" name="Rectangle : coins arrondis 29">
                <a:extLst>
                  <a:ext uri="{FF2B5EF4-FFF2-40B4-BE49-F238E27FC236}">
                    <a16:creationId xmlns:a16="http://schemas.microsoft.com/office/drawing/2014/main" id="{033A52AF-5891-CA3C-731D-7587B8B4080C}"/>
                  </a:ext>
                </a:extLst>
              </p:cNvPr>
              <p:cNvSpPr/>
              <p:nvPr/>
            </p:nvSpPr>
            <p:spPr>
              <a:xfrm>
                <a:off x="8692629" y="3447904"/>
                <a:ext cx="2997801"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CH" b="0" i="1" smtClean="0">
                              <a:latin typeface="Cambria Math" panose="02040503050406030204" pitchFamily="18" charset="0"/>
                            </a:rPr>
                          </m:ctrlPr>
                        </m:sSubPr>
                        <m:e>
                          <m:r>
                            <a:rPr lang="fr-CH" b="0" i="1" smtClean="0">
                              <a:latin typeface="Cambria Math" panose="02040503050406030204" pitchFamily="18" charset="0"/>
                            </a:rPr>
                            <m:t>𝑟</m:t>
                          </m:r>
                        </m:e>
                        <m:sub>
                          <m:r>
                            <a:rPr lang="fr-CH" b="0" i="1" smtClean="0">
                              <a:latin typeface="Cambria Math" panose="02040503050406030204" pitchFamily="18" charset="0"/>
                            </a:rPr>
                            <m:t>1</m:t>
                          </m:r>
                          <m:r>
                            <a:rPr lang="fr-CH" b="0" i="1" smtClean="0">
                              <a:latin typeface="Cambria Math" panose="02040503050406030204" pitchFamily="18" charset="0"/>
                            </a:rPr>
                            <m:t>𝑖</m:t>
                          </m:r>
                        </m:sub>
                      </m:sSub>
                      <m:r>
                        <a:rPr lang="fr-CH" b="0" i="1" smtClean="0">
                          <a:latin typeface="Cambria Math" panose="02040503050406030204" pitchFamily="18" charset="0"/>
                        </a:rPr>
                        <m:t>∗</m:t>
                      </m:r>
                      <m:sSub>
                        <m:sSubPr>
                          <m:ctrlPr>
                            <a:rPr lang="fr-CH" b="0" i="1" smtClean="0">
                              <a:latin typeface="Cambria Math" panose="02040503050406030204" pitchFamily="18" charset="0"/>
                            </a:rPr>
                          </m:ctrlPr>
                        </m:sSubPr>
                        <m:e>
                          <m:r>
                            <a:rPr lang="fr-CH" b="0" i="1" smtClean="0">
                              <a:latin typeface="Cambria Math" panose="02040503050406030204" pitchFamily="18" charset="0"/>
                            </a:rPr>
                            <m:t>𝐿</m:t>
                          </m:r>
                        </m:e>
                        <m:sub>
                          <m:r>
                            <a:rPr lang="fr-CH" b="0" i="1" smtClean="0">
                              <a:latin typeface="Cambria Math" panose="02040503050406030204" pitchFamily="18" charset="0"/>
                            </a:rPr>
                            <m:t>𝑣𝑎𝑙</m:t>
                          </m:r>
                        </m:sub>
                      </m:sSub>
                      <m:r>
                        <a:rPr lang="fr-CH" b="0" i="1" smtClean="0">
                          <a:latin typeface="Cambria Math" panose="02040503050406030204" pitchFamily="18" charset="0"/>
                        </a:rPr>
                        <m:t>+ </m:t>
                      </m:r>
                      <m:sSub>
                        <m:sSubPr>
                          <m:ctrlPr>
                            <a:rPr lang="fr-CH" b="0" i="1" smtClean="0">
                              <a:latin typeface="Cambria Math" panose="02040503050406030204" pitchFamily="18" charset="0"/>
                            </a:rPr>
                          </m:ctrlPr>
                        </m:sSubPr>
                        <m:e>
                          <m:r>
                            <a:rPr lang="fr-CH" b="0" i="1" smtClean="0">
                              <a:latin typeface="Cambria Math" panose="02040503050406030204" pitchFamily="18" charset="0"/>
                            </a:rPr>
                            <m:t>𝑟</m:t>
                          </m:r>
                        </m:e>
                        <m:sub>
                          <m:r>
                            <a:rPr lang="fr-CH" b="0" i="1" smtClean="0">
                              <a:latin typeface="Cambria Math" panose="02040503050406030204" pitchFamily="18" charset="0"/>
                            </a:rPr>
                            <m:t>2</m:t>
                          </m:r>
                          <m:r>
                            <a:rPr lang="fr-CH" b="0" i="1" smtClean="0">
                              <a:latin typeface="Cambria Math" panose="02040503050406030204" pitchFamily="18" charset="0"/>
                            </a:rPr>
                            <m:t>𝑖</m:t>
                          </m:r>
                        </m:sub>
                      </m:sSub>
                      <m:r>
                        <a:rPr lang="fr-CH" b="0" i="1" smtClean="0">
                          <a:latin typeface="Cambria Math" panose="02040503050406030204" pitchFamily="18" charset="0"/>
                        </a:rPr>
                        <m:t>∗</m:t>
                      </m:r>
                      <m:sSub>
                        <m:sSubPr>
                          <m:ctrlPr>
                            <a:rPr lang="fr-CH" b="0" i="1" smtClean="0">
                              <a:latin typeface="Cambria Math" panose="02040503050406030204" pitchFamily="18" charset="0"/>
                            </a:rPr>
                          </m:ctrlPr>
                        </m:sSubPr>
                        <m:e>
                          <m:r>
                            <a:rPr lang="fr-CH" b="0" i="1" smtClean="0">
                              <a:latin typeface="Cambria Math" panose="02040503050406030204" pitchFamily="18" charset="0"/>
                            </a:rPr>
                            <m:t>𝐿</m:t>
                          </m:r>
                        </m:e>
                        <m:sub>
                          <m:r>
                            <a:rPr lang="fr-CH" b="0" i="1" smtClean="0">
                              <a:latin typeface="Cambria Math" panose="02040503050406030204" pitchFamily="18" charset="0"/>
                            </a:rPr>
                            <m:t>𝑠𝑖𝑧𝑒</m:t>
                          </m:r>
                        </m:sub>
                      </m:sSub>
                    </m:oMath>
                  </m:oMathPara>
                </a14:m>
                <a:endParaRPr lang="fr-FR" dirty="0"/>
              </a:p>
            </p:txBody>
          </p:sp>
        </mc:Choice>
        <mc:Fallback xmlns="">
          <p:sp>
            <p:nvSpPr>
              <p:cNvPr id="30" name="Rectangle : coins arrondis 29">
                <a:extLst>
                  <a:ext uri="{FF2B5EF4-FFF2-40B4-BE49-F238E27FC236}">
                    <a16:creationId xmlns:a16="http://schemas.microsoft.com/office/drawing/2014/main" id="{033A52AF-5891-CA3C-731D-7587B8B4080C}"/>
                  </a:ext>
                </a:extLst>
              </p:cNvPr>
              <p:cNvSpPr>
                <a:spLocks noRot="1" noChangeAspect="1" noMove="1" noResize="1" noEditPoints="1" noAdjustHandles="1" noChangeArrowheads="1" noChangeShapeType="1" noTextEdit="1"/>
              </p:cNvSpPr>
              <p:nvPr/>
            </p:nvSpPr>
            <p:spPr>
              <a:xfrm>
                <a:off x="8692629" y="3447904"/>
                <a:ext cx="2997801" cy="884104"/>
              </a:xfrm>
              <a:prstGeom prst="roundRect">
                <a:avLst/>
              </a:prstGeom>
              <a:blipFill>
                <a:blip r:embed="rId7"/>
                <a:stretch>
                  <a:fillRect/>
                </a:stretch>
              </a:blipFill>
            </p:spPr>
            <p:txBody>
              <a:bodyPr/>
              <a:lstStyle/>
              <a:p>
                <a:r>
                  <a:rPr lang="fr-CH">
                    <a:noFill/>
                  </a:rPr>
                  <a:t> </a:t>
                </a:r>
              </a:p>
            </p:txBody>
          </p:sp>
        </mc:Fallback>
      </mc:AlternateContent>
      <p:cxnSp>
        <p:nvCxnSpPr>
          <p:cNvPr id="31" name="Connecteur : en angle 30">
            <a:extLst>
              <a:ext uri="{FF2B5EF4-FFF2-40B4-BE49-F238E27FC236}">
                <a16:creationId xmlns:a16="http://schemas.microsoft.com/office/drawing/2014/main" id="{53E0F7CB-3DBB-5928-DBF2-40337673C702}"/>
              </a:ext>
            </a:extLst>
          </p:cNvPr>
          <p:cNvCxnSpPr>
            <a:cxnSpLocks/>
            <a:stCxn id="30" idx="0"/>
            <a:endCxn id="5" idx="0"/>
          </p:cNvCxnSpPr>
          <p:nvPr/>
        </p:nvCxnSpPr>
        <p:spPr>
          <a:xfrm rot="16200000" flipH="1" flipV="1">
            <a:off x="6581739" y="491473"/>
            <a:ext cx="653361" cy="6566221"/>
          </a:xfrm>
          <a:prstGeom prst="bentConnector3">
            <a:avLst>
              <a:gd name="adj1" fmla="val -34988"/>
            </a:avLst>
          </a:prstGeom>
          <a:ln>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 coins arrondis 31">
                <a:extLst>
                  <a:ext uri="{FF2B5EF4-FFF2-40B4-BE49-F238E27FC236}">
                    <a16:creationId xmlns:a16="http://schemas.microsoft.com/office/drawing/2014/main" id="{D862946C-745F-8A62-4540-2EF7C1E110F7}"/>
                  </a:ext>
                </a:extLst>
              </p:cNvPr>
              <p:cNvSpPr/>
              <p:nvPr/>
            </p:nvSpPr>
            <p:spPr>
              <a:xfrm>
                <a:off x="8958387" y="4862125"/>
                <a:ext cx="1840568"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CH" b="0" i="1" smtClean="0">
                              <a:latin typeface="Cambria Math" panose="02040503050406030204" pitchFamily="18" charset="0"/>
                            </a:rPr>
                          </m:ctrlPr>
                        </m:sSubPr>
                        <m:e>
                          <m:r>
                            <a:rPr lang="fr-CH" b="0" i="1" smtClean="0">
                              <a:latin typeface="Cambria Math" panose="02040503050406030204" pitchFamily="18" charset="0"/>
                            </a:rPr>
                            <m:t>𝐿</m:t>
                          </m:r>
                        </m:e>
                        <m:sub>
                          <m:r>
                            <a:rPr lang="fr-CH" b="0" i="1" smtClean="0">
                              <a:latin typeface="Cambria Math" panose="02040503050406030204" pitchFamily="18" charset="0"/>
                            </a:rPr>
                            <m:t>𝑡𝑟𝑎𝑖𝑛</m:t>
                          </m:r>
                        </m:sub>
                      </m:sSub>
                    </m:oMath>
                  </m:oMathPara>
                </a14:m>
                <a:endParaRPr lang="fr-FR" dirty="0"/>
              </a:p>
            </p:txBody>
          </p:sp>
        </mc:Choice>
        <mc:Fallback xmlns="">
          <p:sp>
            <p:nvSpPr>
              <p:cNvPr id="32" name="Rectangle : coins arrondis 31">
                <a:extLst>
                  <a:ext uri="{FF2B5EF4-FFF2-40B4-BE49-F238E27FC236}">
                    <a16:creationId xmlns:a16="http://schemas.microsoft.com/office/drawing/2014/main" id="{D862946C-745F-8A62-4540-2EF7C1E110F7}"/>
                  </a:ext>
                </a:extLst>
              </p:cNvPr>
              <p:cNvSpPr>
                <a:spLocks noRot="1" noChangeAspect="1" noMove="1" noResize="1" noEditPoints="1" noAdjustHandles="1" noChangeArrowheads="1" noChangeShapeType="1" noTextEdit="1"/>
              </p:cNvSpPr>
              <p:nvPr/>
            </p:nvSpPr>
            <p:spPr>
              <a:xfrm>
                <a:off x="8958387" y="4862125"/>
                <a:ext cx="1840568" cy="884104"/>
              </a:xfrm>
              <a:prstGeom prst="roundRect">
                <a:avLst/>
              </a:prstGeom>
              <a:blipFill>
                <a:blip r:embed="rId8"/>
                <a:stretch>
                  <a:fillRect/>
                </a:stretch>
              </a:blipFill>
            </p:spPr>
            <p:txBody>
              <a:bodyPr/>
              <a:lstStyle/>
              <a:p>
                <a:r>
                  <a:rPr lang="fr-FR">
                    <a:noFill/>
                  </a:rPr>
                  <a:t> </a:t>
                </a:r>
              </a:p>
            </p:txBody>
          </p:sp>
        </mc:Fallback>
      </mc:AlternateContent>
      <p:cxnSp>
        <p:nvCxnSpPr>
          <p:cNvPr id="33" name="Connecteur : en angle 32">
            <a:extLst>
              <a:ext uri="{FF2B5EF4-FFF2-40B4-BE49-F238E27FC236}">
                <a16:creationId xmlns:a16="http://schemas.microsoft.com/office/drawing/2014/main" id="{E035C6CB-AA5B-A110-3BA9-A8C2AAD82442}"/>
              </a:ext>
            </a:extLst>
          </p:cNvPr>
          <p:cNvCxnSpPr>
            <a:cxnSpLocks/>
            <a:stCxn id="32" idx="2"/>
            <a:endCxn id="9" idx="4"/>
          </p:cNvCxnSpPr>
          <p:nvPr/>
        </p:nvCxnSpPr>
        <p:spPr>
          <a:xfrm rot="5400000" flipH="1">
            <a:off x="8356799" y="4224358"/>
            <a:ext cx="821297" cy="2222447"/>
          </a:xfrm>
          <a:prstGeom prst="bentConnector3">
            <a:avLst>
              <a:gd name="adj1" fmla="val -27834"/>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34" name="ZoneTexte 33">
            <a:extLst>
              <a:ext uri="{FF2B5EF4-FFF2-40B4-BE49-F238E27FC236}">
                <a16:creationId xmlns:a16="http://schemas.microsoft.com/office/drawing/2014/main" id="{A3A3AE24-07D9-6374-7AE1-28359B9822ED}"/>
              </a:ext>
            </a:extLst>
          </p:cNvPr>
          <p:cNvSpPr txBox="1"/>
          <p:nvPr/>
        </p:nvSpPr>
        <p:spPr>
          <a:xfrm>
            <a:off x="5615686" y="2808520"/>
            <a:ext cx="20728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(H) Gradient flow</a:t>
            </a:r>
          </a:p>
        </p:txBody>
      </p:sp>
      <p:sp>
        <p:nvSpPr>
          <p:cNvPr id="35" name="ZoneTexte 34">
            <a:extLst>
              <a:ext uri="{FF2B5EF4-FFF2-40B4-BE49-F238E27FC236}">
                <a16:creationId xmlns:a16="http://schemas.microsoft.com/office/drawing/2014/main" id="{55C7C61A-47B2-05C4-CDB3-58485DF3E85F}"/>
              </a:ext>
            </a:extLst>
          </p:cNvPr>
          <p:cNvSpPr txBox="1"/>
          <p:nvPr/>
        </p:nvSpPr>
        <p:spPr>
          <a:xfrm>
            <a:off x="7656224" y="6029339"/>
            <a:ext cx="21004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(S) Gradient flow</a:t>
            </a:r>
          </a:p>
        </p:txBody>
      </p:sp>
      <p:sp>
        <p:nvSpPr>
          <p:cNvPr id="51" name="ZoneTexte 50">
            <a:extLst>
              <a:ext uri="{FF2B5EF4-FFF2-40B4-BE49-F238E27FC236}">
                <a16:creationId xmlns:a16="http://schemas.microsoft.com/office/drawing/2014/main" id="{10ADE549-6C9C-5E3C-8D04-5EA2D255609B}"/>
              </a:ext>
            </a:extLst>
          </p:cNvPr>
          <p:cNvSpPr txBox="1"/>
          <p:nvPr/>
        </p:nvSpPr>
        <p:spPr>
          <a:xfrm>
            <a:off x="6031818" y="2453217"/>
            <a:ext cx="9304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MGDA</a:t>
            </a:r>
          </a:p>
        </p:txBody>
      </p:sp>
      <p:cxnSp>
        <p:nvCxnSpPr>
          <p:cNvPr id="55" name="Connecteur droit avec flèche 54">
            <a:extLst>
              <a:ext uri="{FF2B5EF4-FFF2-40B4-BE49-F238E27FC236}">
                <a16:creationId xmlns:a16="http://schemas.microsoft.com/office/drawing/2014/main" id="{749E7F5F-AB22-B15F-6ACA-2E92F3F10EEE}"/>
              </a:ext>
            </a:extLst>
          </p:cNvPr>
          <p:cNvCxnSpPr>
            <a:cxnSpLocks/>
            <a:endCxn id="5" idx="2"/>
          </p:cNvCxnSpPr>
          <p:nvPr/>
        </p:nvCxnSpPr>
        <p:spPr>
          <a:xfrm>
            <a:off x="2699740" y="4496755"/>
            <a:ext cx="479386" cy="94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Connecteur droit avec flèche 56">
            <a:extLst>
              <a:ext uri="{FF2B5EF4-FFF2-40B4-BE49-F238E27FC236}">
                <a16:creationId xmlns:a16="http://schemas.microsoft.com/office/drawing/2014/main" id="{6F33A6EA-C5FC-DCDE-1DFE-A7E3F3BE8E6E}"/>
              </a:ext>
            </a:extLst>
          </p:cNvPr>
          <p:cNvCxnSpPr>
            <a:cxnSpLocks/>
            <a:stCxn id="5" idx="6"/>
            <a:endCxn id="7" idx="2"/>
          </p:cNvCxnSpPr>
          <p:nvPr/>
        </p:nvCxnSpPr>
        <p:spPr>
          <a:xfrm>
            <a:off x="4071492" y="4506159"/>
            <a:ext cx="5344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A8DDF9C3-1797-4440-92C0-FA0F280C7ED5}"/>
              </a:ext>
            </a:extLst>
          </p:cNvPr>
          <p:cNvCxnSpPr>
            <a:cxnSpLocks/>
            <a:stCxn id="7" idx="6"/>
            <a:endCxn id="28" idx="1"/>
          </p:cNvCxnSpPr>
          <p:nvPr/>
        </p:nvCxnSpPr>
        <p:spPr>
          <a:xfrm>
            <a:off x="5498275" y="4506159"/>
            <a:ext cx="480480" cy="89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Connecteur droit avec flèche 63">
            <a:extLst>
              <a:ext uri="{FF2B5EF4-FFF2-40B4-BE49-F238E27FC236}">
                <a16:creationId xmlns:a16="http://schemas.microsoft.com/office/drawing/2014/main" id="{0E66E7E7-D9C4-5F37-049D-7CD962B675A6}"/>
              </a:ext>
            </a:extLst>
          </p:cNvPr>
          <p:cNvCxnSpPr>
            <a:cxnSpLocks/>
            <a:stCxn id="28" idx="3"/>
            <a:endCxn id="9" idx="2"/>
          </p:cNvCxnSpPr>
          <p:nvPr/>
        </p:nvCxnSpPr>
        <p:spPr>
          <a:xfrm>
            <a:off x="6638459" y="4515101"/>
            <a:ext cx="571582" cy="4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ZoneTexte 74">
            <a:extLst>
              <a:ext uri="{FF2B5EF4-FFF2-40B4-BE49-F238E27FC236}">
                <a16:creationId xmlns:a16="http://schemas.microsoft.com/office/drawing/2014/main" id="{905884A6-E82D-C48C-99CB-2667E313D18D}"/>
              </a:ext>
            </a:extLst>
          </p:cNvPr>
          <p:cNvSpPr txBox="1"/>
          <p:nvPr/>
        </p:nvSpPr>
        <p:spPr>
          <a:xfrm>
            <a:off x="6767343" y="4173826"/>
            <a:ext cx="194880" cy="3674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a</a:t>
            </a:r>
          </a:p>
        </p:txBody>
      </p:sp>
      <p:cxnSp>
        <p:nvCxnSpPr>
          <p:cNvPr id="77" name="Connecteur : en angle 76">
            <a:extLst>
              <a:ext uri="{FF2B5EF4-FFF2-40B4-BE49-F238E27FC236}">
                <a16:creationId xmlns:a16="http://schemas.microsoft.com/office/drawing/2014/main" id="{ED31167C-5B6F-89DA-BDC9-8C975B6A078F}"/>
              </a:ext>
            </a:extLst>
          </p:cNvPr>
          <p:cNvCxnSpPr>
            <a:cxnSpLocks/>
            <a:stCxn id="9" idx="6"/>
            <a:endCxn id="30" idx="1"/>
          </p:cNvCxnSpPr>
          <p:nvPr/>
        </p:nvCxnSpPr>
        <p:spPr>
          <a:xfrm flipV="1">
            <a:off x="8102407" y="3889956"/>
            <a:ext cx="590222" cy="63008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Connecteur : en angle 79">
            <a:extLst>
              <a:ext uri="{FF2B5EF4-FFF2-40B4-BE49-F238E27FC236}">
                <a16:creationId xmlns:a16="http://schemas.microsoft.com/office/drawing/2014/main" id="{D9F5FC15-0B0B-EE9D-52D8-CCE5A2D344F7}"/>
              </a:ext>
            </a:extLst>
          </p:cNvPr>
          <p:cNvCxnSpPr>
            <a:cxnSpLocks/>
            <a:stCxn id="9" idx="6"/>
            <a:endCxn id="32" idx="1"/>
          </p:cNvCxnSpPr>
          <p:nvPr/>
        </p:nvCxnSpPr>
        <p:spPr>
          <a:xfrm>
            <a:off x="8102407" y="4520038"/>
            <a:ext cx="855980" cy="784139"/>
          </a:xfrm>
          <a:prstGeom prst="bentConnector3">
            <a:avLst>
              <a:gd name="adj1" fmla="val 3442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943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36B98-31A0-9487-D2A2-39E806153A8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E682C87-A065-1E9D-FD21-16166EDB45DE}"/>
              </a:ext>
            </a:extLst>
          </p:cNvPr>
          <p:cNvSpPr>
            <a:spLocks noGrp="1"/>
          </p:cNvSpPr>
          <p:nvPr>
            <p:ph type="sldNum" sz="quarter" idx="16"/>
          </p:nvPr>
        </p:nvSpPr>
        <p:spPr/>
        <p:txBody>
          <a:bodyPr/>
          <a:lstStyle/>
          <a:p>
            <a:fld id="{167A0328-A2CC-4110-85D0-A410FFB4F3E3}" type="slidenum">
              <a:rPr lang="fr-FR" smtClean="0"/>
              <a:pPr/>
              <a:t>30</a:t>
            </a:fld>
            <a:endParaRPr lang="fr-FR" dirty="0"/>
          </a:p>
        </p:txBody>
      </p:sp>
      <p:sp>
        <p:nvSpPr>
          <p:cNvPr id="4" name="Titre 3">
            <a:extLst>
              <a:ext uri="{FF2B5EF4-FFF2-40B4-BE49-F238E27FC236}">
                <a16:creationId xmlns:a16="http://schemas.microsoft.com/office/drawing/2014/main" id="{B9A723BB-3EE5-BB70-1DCB-A8AFC2CAA9FE}"/>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E4A1FA02-07ED-DE48-E32B-C3E80A07AD7E}"/>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30132596-65C3-EF19-B344-134BF84E510E}"/>
              </a:ext>
            </a:extLst>
          </p:cNvPr>
          <p:cNvSpPr>
            <a:spLocks noGrp="1"/>
          </p:cNvSpPr>
          <p:nvPr>
            <p:ph sz="quarter" idx="13"/>
          </p:nvPr>
        </p:nvSpPr>
        <p:spPr>
          <a:xfrm>
            <a:off x="901700" y="2313542"/>
            <a:ext cx="10956925" cy="3041973"/>
          </a:xfrm>
        </p:spPr>
        <p:txBody>
          <a:bodyPr/>
          <a:lstStyle/>
          <a:p>
            <a:pPr marL="0" indent="0">
              <a:buNone/>
            </a:pPr>
            <a:r>
              <a:rPr lang="fr-CH" dirty="0"/>
              <a:t>The </a:t>
            </a:r>
            <a:r>
              <a:rPr lang="fr-CH" dirty="0" err="1"/>
              <a:t>core</a:t>
            </a:r>
            <a:r>
              <a:rPr lang="fr-CH" dirty="0"/>
              <a:t> of the </a:t>
            </a:r>
            <a:r>
              <a:rPr lang="fr-CH" dirty="0" err="1"/>
              <a:t>optimization</a:t>
            </a:r>
            <a:r>
              <a:rPr lang="fr-CH" dirty="0"/>
              <a:t> </a:t>
            </a:r>
            <a:r>
              <a:rPr lang="fr-CH" dirty="0" err="1"/>
              <a:t>is</a:t>
            </a:r>
            <a:r>
              <a:rPr lang="fr-CH" dirty="0"/>
              <a:t> </a:t>
            </a:r>
            <a:r>
              <a:rPr lang="fr-CH" dirty="0" err="1"/>
              <a:t>done</a:t>
            </a:r>
            <a:r>
              <a:rPr lang="fr-CH" dirty="0"/>
              <a:t> </a:t>
            </a:r>
            <a:r>
              <a:rPr lang="fr-CH" dirty="0" err="1"/>
              <a:t>with</a:t>
            </a:r>
            <a:r>
              <a:rPr lang="fr-CH" dirty="0"/>
              <a:t> :</a:t>
            </a:r>
          </a:p>
          <a:p>
            <a:pPr marL="457200" indent="-457200">
              <a:buAutoNum type="arabicPeriod"/>
            </a:pPr>
            <a:endParaRPr lang="fr-CH" dirty="0"/>
          </a:p>
          <a:p>
            <a:pPr marL="457200" indent="-457200">
              <a:buAutoNum type="arabicPeriod"/>
            </a:pPr>
            <a:r>
              <a:rPr lang="fr-CH" dirty="0" err="1"/>
              <a:t>Preference</a:t>
            </a:r>
            <a:r>
              <a:rPr lang="fr-CH" dirty="0"/>
              <a:t> </a:t>
            </a:r>
            <a:r>
              <a:rPr lang="fr-CH" dirty="0" err="1"/>
              <a:t>Vectors</a:t>
            </a:r>
            <a:endParaRPr lang="fr-CH" dirty="0"/>
          </a:p>
          <a:p>
            <a:pPr marL="457200" indent="-457200">
              <a:buAutoNum type="arabicPeriod"/>
            </a:pPr>
            <a:r>
              <a:rPr lang="fr-CH" dirty="0" err="1"/>
              <a:t>Linear</a:t>
            </a:r>
            <a:r>
              <a:rPr lang="fr-CH" dirty="0"/>
              <a:t> </a:t>
            </a:r>
            <a:r>
              <a:rPr lang="fr-CH" dirty="0" err="1"/>
              <a:t>Scalarization</a:t>
            </a:r>
            <a:endParaRPr lang="fr-CH" i="1" dirty="0"/>
          </a:p>
          <a:p>
            <a:pPr marL="457200" indent="-457200">
              <a:buAutoNum type="arabicPeriod"/>
            </a:pPr>
            <a:r>
              <a:rPr lang="fr-CH" dirty="0"/>
              <a:t>Multiple Gradient </a:t>
            </a:r>
            <a:r>
              <a:rPr lang="fr-CH" dirty="0" err="1"/>
              <a:t>Descent</a:t>
            </a:r>
            <a:r>
              <a:rPr lang="fr-CH" dirty="0"/>
              <a:t> </a:t>
            </a:r>
            <a:r>
              <a:rPr lang="fr-CH" dirty="0" err="1"/>
              <a:t>Algorithm</a:t>
            </a:r>
            <a:endParaRPr lang="fr-FR" dirty="0"/>
          </a:p>
        </p:txBody>
      </p:sp>
    </p:spTree>
    <p:extLst>
      <p:ext uri="{BB962C8B-B14F-4D97-AF65-F5344CB8AC3E}">
        <p14:creationId xmlns:p14="http://schemas.microsoft.com/office/powerpoint/2010/main" val="3255803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2EA02-7623-956F-0FAD-CF7EE4A6700E}"/>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D065799-3240-A02E-11F0-7F089AFF3B73}"/>
              </a:ext>
            </a:extLst>
          </p:cNvPr>
          <p:cNvSpPr>
            <a:spLocks noGrp="1"/>
          </p:cNvSpPr>
          <p:nvPr>
            <p:ph type="sldNum" sz="quarter" idx="16"/>
          </p:nvPr>
        </p:nvSpPr>
        <p:spPr/>
        <p:txBody>
          <a:bodyPr/>
          <a:lstStyle/>
          <a:p>
            <a:fld id="{167A0328-A2CC-4110-85D0-A410FFB4F3E3}" type="slidenum">
              <a:rPr lang="fr-FR" smtClean="0"/>
              <a:pPr/>
              <a:t>31</a:t>
            </a:fld>
            <a:endParaRPr lang="fr-FR" dirty="0"/>
          </a:p>
        </p:txBody>
      </p:sp>
      <p:sp>
        <p:nvSpPr>
          <p:cNvPr id="4" name="Titre 3">
            <a:extLst>
              <a:ext uri="{FF2B5EF4-FFF2-40B4-BE49-F238E27FC236}">
                <a16:creationId xmlns:a16="http://schemas.microsoft.com/office/drawing/2014/main" id="{C95AC1DE-793C-49A6-6FF2-575BDFA79938}"/>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134DE7D9-0B8F-B01E-6809-39F253023BEC}"/>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1C7C9E92-6591-E63B-5958-FE381B588402}"/>
              </a:ext>
            </a:extLst>
          </p:cNvPr>
          <p:cNvSpPr>
            <a:spLocks noGrp="1"/>
          </p:cNvSpPr>
          <p:nvPr>
            <p:ph sz="quarter" idx="13"/>
          </p:nvPr>
        </p:nvSpPr>
        <p:spPr>
          <a:xfrm>
            <a:off x="901700" y="2313542"/>
            <a:ext cx="10956925" cy="3041973"/>
          </a:xfrm>
        </p:spPr>
        <p:txBody>
          <a:bodyPr/>
          <a:lstStyle/>
          <a:p>
            <a:pPr marL="0" indent="0">
              <a:buNone/>
            </a:pPr>
            <a:r>
              <a:rPr lang="fr-CH" dirty="0"/>
              <a:t>Building </a:t>
            </a:r>
            <a:r>
              <a:rPr lang="fr-CH" dirty="0" err="1"/>
              <a:t>some</a:t>
            </a:r>
            <a:r>
              <a:rPr lang="fr-CH" dirty="0"/>
              <a:t> intuition on MGDA</a:t>
            </a:r>
            <a:endParaRPr lang="fr-FR" dirty="0"/>
          </a:p>
        </p:txBody>
      </p:sp>
      <p:pic>
        <p:nvPicPr>
          <p:cNvPr id="5" name="Image 4">
            <a:extLst>
              <a:ext uri="{FF2B5EF4-FFF2-40B4-BE49-F238E27FC236}">
                <a16:creationId xmlns:a16="http://schemas.microsoft.com/office/drawing/2014/main" id="{D7BD152F-A987-1CDF-26D1-EBF66EB35A1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60957" y="3091155"/>
            <a:ext cx="3240155" cy="3376713"/>
          </a:xfrm>
          <a:prstGeom prst="rect">
            <a:avLst/>
          </a:prstGeom>
        </p:spPr>
      </p:pic>
      <p:pic>
        <p:nvPicPr>
          <p:cNvPr id="8" name="Image 7">
            <a:extLst>
              <a:ext uri="{FF2B5EF4-FFF2-40B4-BE49-F238E27FC236}">
                <a16:creationId xmlns:a16="http://schemas.microsoft.com/office/drawing/2014/main" id="{A89EEEF4-82F8-F67F-7DFF-6913B9A2CA9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449433" y="3091155"/>
            <a:ext cx="3293133" cy="3395246"/>
          </a:xfrm>
          <a:prstGeom prst="rect">
            <a:avLst/>
          </a:prstGeom>
        </p:spPr>
      </p:pic>
      <p:pic>
        <p:nvPicPr>
          <p:cNvPr id="10" name="Image 9">
            <a:extLst>
              <a:ext uri="{FF2B5EF4-FFF2-40B4-BE49-F238E27FC236}">
                <a16:creationId xmlns:a16="http://schemas.microsoft.com/office/drawing/2014/main" id="{74B5E28A-52FC-7CA0-F0F9-61AFA9360DF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95927" y="2980929"/>
            <a:ext cx="3342578" cy="3505472"/>
          </a:xfrm>
          <a:prstGeom prst="rect">
            <a:avLst/>
          </a:prstGeom>
        </p:spPr>
      </p:pic>
    </p:spTree>
    <p:extLst>
      <p:ext uri="{BB962C8B-B14F-4D97-AF65-F5344CB8AC3E}">
        <p14:creationId xmlns:p14="http://schemas.microsoft.com/office/powerpoint/2010/main" val="2670205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355D1-810E-8EBA-7B9B-70AB0901E1A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0D7FFBF-664E-50AA-9DC3-F33292280CFC}"/>
              </a:ext>
            </a:extLst>
          </p:cNvPr>
          <p:cNvSpPr>
            <a:spLocks noGrp="1"/>
          </p:cNvSpPr>
          <p:nvPr>
            <p:ph type="sldNum" sz="quarter" idx="16"/>
          </p:nvPr>
        </p:nvSpPr>
        <p:spPr/>
        <p:txBody>
          <a:bodyPr/>
          <a:lstStyle/>
          <a:p>
            <a:fld id="{167A0328-A2CC-4110-85D0-A410FFB4F3E3}" type="slidenum">
              <a:rPr lang="fr-FR" smtClean="0"/>
              <a:pPr/>
              <a:t>32</a:t>
            </a:fld>
            <a:endParaRPr lang="fr-FR" dirty="0"/>
          </a:p>
        </p:txBody>
      </p:sp>
      <p:sp>
        <p:nvSpPr>
          <p:cNvPr id="4" name="Titre 3">
            <a:extLst>
              <a:ext uri="{FF2B5EF4-FFF2-40B4-BE49-F238E27FC236}">
                <a16:creationId xmlns:a16="http://schemas.microsoft.com/office/drawing/2014/main" id="{2A47BCAC-3925-F3BF-7D8C-E321BFB131D9}"/>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7E058A44-29FF-A4D4-8B6E-9DDACDE8DB54}"/>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79CD4F96-CDCE-85A4-D4B3-2DFA08BDCA43}"/>
              </a:ext>
            </a:extLst>
          </p:cNvPr>
          <p:cNvSpPr>
            <a:spLocks noGrp="1"/>
          </p:cNvSpPr>
          <p:nvPr>
            <p:ph sz="quarter" idx="13"/>
          </p:nvPr>
        </p:nvSpPr>
        <p:spPr>
          <a:xfrm>
            <a:off x="901700" y="2313542"/>
            <a:ext cx="10956925" cy="3041973"/>
          </a:xfrm>
        </p:spPr>
        <p:txBody>
          <a:bodyPr/>
          <a:lstStyle/>
          <a:p>
            <a:pPr marL="0" indent="0">
              <a:buNone/>
            </a:pPr>
            <a:r>
              <a:rPr lang="fr-CH" dirty="0"/>
              <a:t>Building </a:t>
            </a:r>
            <a:r>
              <a:rPr lang="fr-CH" dirty="0" err="1"/>
              <a:t>some</a:t>
            </a:r>
            <a:r>
              <a:rPr lang="fr-CH" dirty="0"/>
              <a:t> intuition on MGDA</a:t>
            </a:r>
            <a:endParaRPr lang="fr-FR" dirty="0"/>
          </a:p>
        </p:txBody>
      </p:sp>
      <p:pic>
        <p:nvPicPr>
          <p:cNvPr id="7" name="Image 6" descr="Une image contenant cercle, diagramme, Caractère coloré, ligne&#10;&#10;Le contenu généré par l’IA peut être incorrect.">
            <a:extLst>
              <a:ext uri="{FF2B5EF4-FFF2-40B4-BE49-F238E27FC236}">
                <a16:creationId xmlns:a16="http://schemas.microsoft.com/office/drawing/2014/main" id="{A8B83863-503A-3211-67E4-4F26D031EF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324" y="2999393"/>
            <a:ext cx="3505834" cy="3572232"/>
          </a:xfrm>
          <a:prstGeom prst="rect">
            <a:avLst/>
          </a:prstGeom>
        </p:spPr>
      </p:pic>
      <p:pic>
        <p:nvPicPr>
          <p:cNvPr id="11" name="Image 10" descr="Une image contenant diagramme, cercle, ligne, texte&#10;&#10;Le contenu généré par l’IA peut être incorrect.">
            <a:extLst>
              <a:ext uri="{FF2B5EF4-FFF2-40B4-BE49-F238E27FC236}">
                <a16:creationId xmlns:a16="http://schemas.microsoft.com/office/drawing/2014/main" id="{9DCA127F-1E7B-0A59-47B8-7632204F59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3083" y="2999393"/>
            <a:ext cx="3505834" cy="3597234"/>
          </a:xfrm>
          <a:prstGeom prst="rect">
            <a:avLst/>
          </a:prstGeom>
        </p:spPr>
      </p:pic>
      <p:pic>
        <p:nvPicPr>
          <p:cNvPr id="13" name="Image 12" descr="Une image contenant diagramme, cercle, ligne, Caractère coloré&#10;&#10;Le contenu généré par l’IA peut être incorrect.">
            <a:extLst>
              <a:ext uri="{FF2B5EF4-FFF2-40B4-BE49-F238E27FC236}">
                <a16:creationId xmlns:a16="http://schemas.microsoft.com/office/drawing/2014/main" id="{97782E6F-1040-6F5F-D3F1-9507B80E56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79209" y="2999393"/>
            <a:ext cx="3465467" cy="3597234"/>
          </a:xfrm>
          <a:prstGeom prst="rect">
            <a:avLst/>
          </a:prstGeom>
        </p:spPr>
      </p:pic>
    </p:spTree>
    <p:extLst>
      <p:ext uri="{BB962C8B-B14F-4D97-AF65-F5344CB8AC3E}">
        <p14:creationId xmlns:p14="http://schemas.microsoft.com/office/powerpoint/2010/main" val="14445606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8D6FB-3807-5D3D-63D2-AA6361D49B96}"/>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1E238AA-CBC9-E9A0-5C73-20049B952C8D}"/>
              </a:ext>
            </a:extLst>
          </p:cNvPr>
          <p:cNvSpPr>
            <a:spLocks noGrp="1"/>
          </p:cNvSpPr>
          <p:nvPr>
            <p:ph type="sldNum" sz="quarter" idx="16"/>
          </p:nvPr>
        </p:nvSpPr>
        <p:spPr/>
        <p:txBody>
          <a:bodyPr/>
          <a:lstStyle/>
          <a:p>
            <a:fld id="{167A0328-A2CC-4110-85D0-A410FFB4F3E3}" type="slidenum">
              <a:rPr lang="fr-FR" smtClean="0"/>
              <a:pPr/>
              <a:t>33</a:t>
            </a:fld>
            <a:endParaRPr lang="fr-FR" dirty="0"/>
          </a:p>
        </p:txBody>
      </p:sp>
      <p:sp>
        <p:nvSpPr>
          <p:cNvPr id="4" name="Titre 3">
            <a:extLst>
              <a:ext uri="{FF2B5EF4-FFF2-40B4-BE49-F238E27FC236}">
                <a16:creationId xmlns:a16="http://schemas.microsoft.com/office/drawing/2014/main" id="{530F869E-E710-784A-53F0-DACC2C1376C0}"/>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82C4A0AE-2756-2AE0-9A96-F429F8EAF8A6}"/>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916423E3-F3A6-926B-6257-A54F53802E33}"/>
              </a:ext>
            </a:extLst>
          </p:cNvPr>
          <p:cNvSpPr>
            <a:spLocks noGrp="1"/>
          </p:cNvSpPr>
          <p:nvPr>
            <p:ph sz="quarter" idx="13"/>
          </p:nvPr>
        </p:nvSpPr>
        <p:spPr>
          <a:xfrm>
            <a:off x="901700" y="2313542"/>
            <a:ext cx="10956925" cy="3041973"/>
          </a:xfrm>
        </p:spPr>
        <p:txBody>
          <a:bodyPr/>
          <a:lstStyle/>
          <a:p>
            <a:pPr marL="0" indent="0">
              <a:buNone/>
            </a:pPr>
            <a:r>
              <a:rPr lang="fr-CH" dirty="0"/>
              <a:t>Building </a:t>
            </a:r>
            <a:r>
              <a:rPr lang="fr-CH" dirty="0" err="1"/>
              <a:t>some</a:t>
            </a:r>
            <a:r>
              <a:rPr lang="fr-CH" dirty="0"/>
              <a:t> intuition on MGDA</a:t>
            </a:r>
            <a:endParaRPr lang="fr-FR" dirty="0"/>
          </a:p>
        </p:txBody>
      </p:sp>
      <p:pic>
        <p:nvPicPr>
          <p:cNvPr id="11" name="Image 10" descr="Une image contenant diagramme, cercle, ligne&#10;&#10;Le contenu généré par l’IA peut être incorrect.">
            <a:extLst>
              <a:ext uri="{FF2B5EF4-FFF2-40B4-BE49-F238E27FC236}">
                <a16:creationId xmlns:a16="http://schemas.microsoft.com/office/drawing/2014/main" id="{12BD201F-AAAB-5A88-CCD7-35A32F2CB9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130" y="2864587"/>
            <a:ext cx="3467469" cy="3654563"/>
          </a:xfrm>
          <a:prstGeom prst="rect">
            <a:avLst/>
          </a:prstGeom>
        </p:spPr>
      </p:pic>
      <p:pic>
        <p:nvPicPr>
          <p:cNvPr id="13" name="Image 12" descr="Une image contenant diagramme, cercle, ligne, texte&#10;&#10;Le contenu généré par l’IA peut être incorrect.">
            <a:extLst>
              <a:ext uri="{FF2B5EF4-FFF2-40B4-BE49-F238E27FC236}">
                <a16:creationId xmlns:a16="http://schemas.microsoft.com/office/drawing/2014/main" id="{B1041A79-0EF6-13E6-A0C2-E1A1A8D0EA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26642" y="3039249"/>
            <a:ext cx="3273387" cy="3394176"/>
          </a:xfrm>
          <a:prstGeom prst="rect">
            <a:avLst/>
          </a:prstGeom>
        </p:spPr>
      </p:pic>
      <p:sp>
        <p:nvSpPr>
          <p:cNvPr id="14" name="Rectangle 13">
            <a:extLst>
              <a:ext uri="{FF2B5EF4-FFF2-40B4-BE49-F238E27FC236}">
                <a16:creationId xmlns:a16="http://schemas.microsoft.com/office/drawing/2014/main" id="{5CE10CF0-DACB-70FA-7CBC-AEEEBE7C81DB}"/>
              </a:ext>
            </a:extLst>
          </p:cNvPr>
          <p:cNvSpPr/>
          <p:nvPr/>
        </p:nvSpPr>
        <p:spPr>
          <a:xfrm>
            <a:off x="3014476" y="3834527"/>
            <a:ext cx="104775" cy="11834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5EAE507E-E454-44A2-F47D-17FB21A28803}"/>
              </a:ext>
            </a:extLst>
          </p:cNvPr>
          <p:cNvSpPr/>
          <p:nvPr/>
        </p:nvSpPr>
        <p:spPr>
          <a:xfrm>
            <a:off x="2291971" y="5355515"/>
            <a:ext cx="104775" cy="11834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F18C5902-E135-C969-0D13-C5FDB365A0E6}"/>
              </a:ext>
            </a:extLst>
          </p:cNvPr>
          <p:cNvSpPr/>
          <p:nvPr/>
        </p:nvSpPr>
        <p:spPr>
          <a:xfrm>
            <a:off x="3814576" y="4677163"/>
            <a:ext cx="104775" cy="11834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20" name="Forme libre : forme 19">
            <a:extLst>
              <a:ext uri="{FF2B5EF4-FFF2-40B4-BE49-F238E27FC236}">
                <a16:creationId xmlns:a16="http://schemas.microsoft.com/office/drawing/2014/main" id="{C505EDD1-DDBF-F817-179E-E5EBDE8D0E4B}"/>
              </a:ext>
            </a:extLst>
          </p:cNvPr>
          <p:cNvSpPr/>
          <p:nvPr/>
        </p:nvSpPr>
        <p:spPr>
          <a:xfrm>
            <a:off x="7610475" y="4105275"/>
            <a:ext cx="1390650" cy="1390650"/>
          </a:xfrm>
          <a:custGeom>
            <a:avLst/>
            <a:gdLst>
              <a:gd name="connsiteX0" fmla="*/ 0 w 1390650"/>
              <a:gd name="connsiteY0" fmla="*/ 1390650 h 1390650"/>
              <a:gd name="connsiteX1" fmla="*/ 704850 w 1390650"/>
              <a:gd name="connsiteY1" fmla="*/ 0 h 1390650"/>
              <a:gd name="connsiteX2" fmla="*/ 1390650 w 1390650"/>
              <a:gd name="connsiteY2" fmla="*/ 695325 h 1390650"/>
              <a:gd name="connsiteX3" fmla="*/ 0 w 1390650"/>
              <a:gd name="connsiteY3" fmla="*/ 1390650 h 1390650"/>
            </a:gdLst>
            <a:ahLst/>
            <a:cxnLst>
              <a:cxn ang="0">
                <a:pos x="connsiteX0" y="connsiteY0"/>
              </a:cxn>
              <a:cxn ang="0">
                <a:pos x="connsiteX1" y="connsiteY1"/>
              </a:cxn>
              <a:cxn ang="0">
                <a:pos x="connsiteX2" y="connsiteY2"/>
              </a:cxn>
              <a:cxn ang="0">
                <a:pos x="connsiteX3" y="connsiteY3"/>
              </a:cxn>
            </a:cxnLst>
            <a:rect l="l" t="t" r="r" b="b"/>
            <a:pathLst>
              <a:path w="1390650" h="1390650">
                <a:moveTo>
                  <a:pt x="0" y="1390650"/>
                </a:moveTo>
                <a:lnTo>
                  <a:pt x="704850" y="0"/>
                </a:lnTo>
                <a:lnTo>
                  <a:pt x="1390650" y="695325"/>
                </a:lnTo>
                <a:lnTo>
                  <a:pt x="0" y="1390650"/>
                </a:lnTo>
                <a:close/>
              </a:path>
            </a:pathLst>
          </a:custGeom>
          <a:solidFill>
            <a:srgbClr val="098F32">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94770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55509-3751-0406-037E-70D1C0A3221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AF63F2C-E7C0-5B61-A2CA-28ACE9EF2B21}"/>
              </a:ext>
            </a:extLst>
          </p:cNvPr>
          <p:cNvSpPr>
            <a:spLocks noGrp="1"/>
          </p:cNvSpPr>
          <p:nvPr>
            <p:ph type="sldNum" sz="quarter" idx="16"/>
          </p:nvPr>
        </p:nvSpPr>
        <p:spPr/>
        <p:txBody>
          <a:bodyPr/>
          <a:lstStyle/>
          <a:p>
            <a:fld id="{167A0328-A2CC-4110-85D0-A410FFB4F3E3}" type="slidenum">
              <a:rPr lang="fr-FR" smtClean="0"/>
              <a:pPr/>
              <a:t>34</a:t>
            </a:fld>
            <a:endParaRPr lang="fr-FR" dirty="0"/>
          </a:p>
        </p:txBody>
      </p:sp>
      <p:sp>
        <p:nvSpPr>
          <p:cNvPr id="4" name="Titre 3">
            <a:extLst>
              <a:ext uri="{FF2B5EF4-FFF2-40B4-BE49-F238E27FC236}">
                <a16:creationId xmlns:a16="http://schemas.microsoft.com/office/drawing/2014/main" id="{528D8D30-27A7-2E3F-38AA-EA64504708C3}"/>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910FBD1E-33E2-783C-46B4-DEE9A97F7247}"/>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8308E038-148F-15D2-5680-04EF655770BF}"/>
              </a:ext>
            </a:extLst>
          </p:cNvPr>
          <p:cNvSpPr>
            <a:spLocks noGrp="1"/>
          </p:cNvSpPr>
          <p:nvPr>
            <p:ph sz="quarter" idx="13"/>
          </p:nvPr>
        </p:nvSpPr>
        <p:spPr>
          <a:xfrm>
            <a:off x="901700" y="2313542"/>
            <a:ext cx="10956925" cy="3041973"/>
          </a:xfrm>
        </p:spPr>
        <p:txBody>
          <a:bodyPr/>
          <a:lstStyle/>
          <a:p>
            <a:pPr marL="0" indent="0">
              <a:buNone/>
            </a:pPr>
            <a:r>
              <a:rPr lang="fr-CH" dirty="0"/>
              <a:t>Building </a:t>
            </a:r>
            <a:r>
              <a:rPr lang="fr-CH" dirty="0" err="1"/>
              <a:t>some</a:t>
            </a:r>
            <a:r>
              <a:rPr lang="fr-CH" dirty="0"/>
              <a:t> intuition on MGDA</a:t>
            </a:r>
            <a:endParaRPr lang="fr-FR" dirty="0"/>
          </a:p>
        </p:txBody>
      </p:sp>
      <p:pic>
        <p:nvPicPr>
          <p:cNvPr id="11" name="Image 10" descr="Une image contenant diagramme, cercle, ligne&#10;&#10;Le contenu généré par l’IA peut être incorrect.">
            <a:extLst>
              <a:ext uri="{FF2B5EF4-FFF2-40B4-BE49-F238E27FC236}">
                <a16:creationId xmlns:a16="http://schemas.microsoft.com/office/drawing/2014/main" id="{C005EED3-A9FE-365C-DDD1-99F9A2ED9B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375" y="2874112"/>
            <a:ext cx="3467469" cy="3654563"/>
          </a:xfrm>
          <a:prstGeom prst="rect">
            <a:avLst/>
          </a:prstGeom>
        </p:spPr>
      </p:pic>
      <p:pic>
        <p:nvPicPr>
          <p:cNvPr id="13" name="Image 12" descr="Une image contenant diagramme, cercle, ligne, texte&#10;&#10;Le contenu généré par l’IA peut être incorrect.">
            <a:extLst>
              <a:ext uri="{FF2B5EF4-FFF2-40B4-BE49-F238E27FC236}">
                <a16:creationId xmlns:a16="http://schemas.microsoft.com/office/drawing/2014/main" id="{1EAA0EC9-132B-61D2-60FC-2016417857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8437" y="3014020"/>
            <a:ext cx="3273387" cy="3394176"/>
          </a:xfrm>
          <a:prstGeom prst="rect">
            <a:avLst/>
          </a:prstGeom>
        </p:spPr>
      </p:pic>
      <p:sp>
        <p:nvSpPr>
          <p:cNvPr id="14" name="Rectangle 13">
            <a:extLst>
              <a:ext uri="{FF2B5EF4-FFF2-40B4-BE49-F238E27FC236}">
                <a16:creationId xmlns:a16="http://schemas.microsoft.com/office/drawing/2014/main" id="{CDF259F6-5BB7-5137-A3AB-909D1C2B49F3}"/>
              </a:ext>
            </a:extLst>
          </p:cNvPr>
          <p:cNvSpPr/>
          <p:nvPr/>
        </p:nvSpPr>
        <p:spPr>
          <a:xfrm>
            <a:off x="2014721" y="3844052"/>
            <a:ext cx="104775" cy="11834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122B65B7-472F-DF11-14C0-6E71E498F7EA}"/>
              </a:ext>
            </a:extLst>
          </p:cNvPr>
          <p:cNvSpPr/>
          <p:nvPr/>
        </p:nvSpPr>
        <p:spPr>
          <a:xfrm>
            <a:off x="1292216" y="5365040"/>
            <a:ext cx="104775" cy="11834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34422F21-5FDC-3D5A-A849-AA6007D154EF}"/>
              </a:ext>
            </a:extLst>
          </p:cNvPr>
          <p:cNvSpPr/>
          <p:nvPr/>
        </p:nvSpPr>
        <p:spPr>
          <a:xfrm>
            <a:off x="2814821" y="4686688"/>
            <a:ext cx="104775" cy="11834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20" name="Forme libre : forme 19">
            <a:extLst>
              <a:ext uri="{FF2B5EF4-FFF2-40B4-BE49-F238E27FC236}">
                <a16:creationId xmlns:a16="http://schemas.microsoft.com/office/drawing/2014/main" id="{A9F59A1B-1BE7-CAC8-93A0-BDF4C873C24F}"/>
              </a:ext>
            </a:extLst>
          </p:cNvPr>
          <p:cNvSpPr/>
          <p:nvPr/>
        </p:nvSpPr>
        <p:spPr>
          <a:xfrm>
            <a:off x="4862270" y="4080046"/>
            <a:ext cx="1390650" cy="1390650"/>
          </a:xfrm>
          <a:custGeom>
            <a:avLst/>
            <a:gdLst>
              <a:gd name="connsiteX0" fmla="*/ 0 w 1390650"/>
              <a:gd name="connsiteY0" fmla="*/ 1390650 h 1390650"/>
              <a:gd name="connsiteX1" fmla="*/ 704850 w 1390650"/>
              <a:gd name="connsiteY1" fmla="*/ 0 h 1390650"/>
              <a:gd name="connsiteX2" fmla="*/ 1390650 w 1390650"/>
              <a:gd name="connsiteY2" fmla="*/ 695325 h 1390650"/>
              <a:gd name="connsiteX3" fmla="*/ 0 w 1390650"/>
              <a:gd name="connsiteY3" fmla="*/ 1390650 h 1390650"/>
            </a:gdLst>
            <a:ahLst/>
            <a:cxnLst>
              <a:cxn ang="0">
                <a:pos x="connsiteX0" y="connsiteY0"/>
              </a:cxn>
              <a:cxn ang="0">
                <a:pos x="connsiteX1" y="connsiteY1"/>
              </a:cxn>
              <a:cxn ang="0">
                <a:pos x="connsiteX2" y="connsiteY2"/>
              </a:cxn>
              <a:cxn ang="0">
                <a:pos x="connsiteX3" y="connsiteY3"/>
              </a:cxn>
            </a:cxnLst>
            <a:rect l="l" t="t" r="r" b="b"/>
            <a:pathLst>
              <a:path w="1390650" h="1390650">
                <a:moveTo>
                  <a:pt x="0" y="1390650"/>
                </a:moveTo>
                <a:lnTo>
                  <a:pt x="704850" y="0"/>
                </a:lnTo>
                <a:lnTo>
                  <a:pt x="1390650" y="695325"/>
                </a:lnTo>
                <a:lnTo>
                  <a:pt x="0" y="1390650"/>
                </a:lnTo>
                <a:close/>
              </a:path>
            </a:pathLst>
          </a:custGeom>
          <a:solidFill>
            <a:srgbClr val="098F32">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Une image contenant diagramme, cercle, ligne, Caractère coloré&#10;&#10;Le contenu généré par l’IA peut être incorrect.">
            <a:extLst>
              <a:ext uri="{FF2B5EF4-FFF2-40B4-BE49-F238E27FC236}">
                <a16:creationId xmlns:a16="http://schemas.microsoft.com/office/drawing/2014/main" id="{8640AFD9-A61B-0276-C8DB-9A1F0E0E27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91158" y="3083475"/>
            <a:ext cx="3273388" cy="3443119"/>
          </a:xfrm>
          <a:prstGeom prst="rect">
            <a:avLst/>
          </a:prstGeom>
        </p:spPr>
      </p:pic>
      <p:sp>
        <p:nvSpPr>
          <p:cNvPr id="7" name="Flèche : droite rayée 6">
            <a:extLst>
              <a:ext uri="{FF2B5EF4-FFF2-40B4-BE49-F238E27FC236}">
                <a16:creationId xmlns:a16="http://schemas.microsoft.com/office/drawing/2014/main" id="{FF949D04-920A-3BE6-E0D3-D0C58D91DA40}"/>
              </a:ext>
            </a:extLst>
          </p:cNvPr>
          <p:cNvSpPr/>
          <p:nvPr/>
        </p:nvSpPr>
        <p:spPr>
          <a:xfrm>
            <a:off x="7394528" y="4092737"/>
            <a:ext cx="873172" cy="1390650"/>
          </a:xfrm>
          <a:prstGeom prst="strip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904238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BAF7F-C64C-0B96-5037-2B9EFEB7B18E}"/>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C0EE281-9365-F891-FAE2-DFDE97AE8137}"/>
              </a:ext>
            </a:extLst>
          </p:cNvPr>
          <p:cNvSpPr>
            <a:spLocks noGrp="1"/>
          </p:cNvSpPr>
          <p:nvPr>
            <p:ph type="sldNum" sz="quarter" idx="16"/>
          </p:nvPr>
        </p:nvSpPr>
        <p:spPr/>
        <p:txBody>
          <a:bodyPr/>
          <a:lstStyle/>
          <a:p>
            <a:fld id="{167A0328-A2CC-4110-85D0-A410FFB4F3E3}" type="slidenum">
              <a:rPr lang="fr-FR" smtClean="0"/>
              <a:pPr/>
              <a:t>35</a:t>
            </a:fld>
            <a:endParaRPr lang="fr-FR" dirty="0"/>
          </a:p>
        </p:txBody>
      </p:sp>
      <p:sp>
        <p:nvSpPr>
          <p:cNvPr id="4" name="Titre 3">
            <a:extLst>
              <a:ext uri="{FF2B5EF4-FFF2-40B4-BE49-F238E27FC236}">
                <a16:creationId xmlns:a16="http://schemas.microsoft.com/office/drawing/2014/main" id="{911FA794-8B53-3A9C-BFB5-E3DFB4AE63A2}"/>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07B4C058-7279-CFA9-C101-E735925627F3}"/>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332AFAD9-133E-DFC3-CBAB-84095A896224}"/>
              </a:ext>
            </a:extLst>
          </p:cNvPr>
          <p:cNvSpPr>
            <a:spLocks noGrp="1"/>
          </p:cNvSpPr>
          <p:nvPr>
            <p:ph sz="quarter" idx="13"/>
          </p:nvPr>
        </p:nvSpPr>
        <p:spPr>
          <a:xfrm>
            <a:off x="5039947" y="4095750"/>
            <a:ext cx="6056678" cy="1095375"/>
          </a:xfrm>
        </p:spPr>
        <p:txBody>
          <a:bodyPr>
            <a:normAutofit/>
          </a:bodyPr>
          <a:lstStyle/>
          <a:p>
            <a:pPr marL="0" indent="0">
              <a:buNone/>
            </a:pPr>
            <a:r>
              <a:rPr lang="fr-CH" b="1" i="1" dirty="0"/>
              <a:t>MGDA + </a:t>
            </a:r>
            <a:r>
              <a:rPr lang="fr-CH" b="1" i="1" dirty="0" err="1"/>
              <a:t>enough</a:t>
            </a:r>
            <a:r>
              <a:rPr lang="fr-CH" b="1" i="1" dirty="0"/>
              <a:t> </a:t>
            </a:r>
            <a:r>
              <a:rPr lang="fr-CH" b="1" i="1" dirty="0" err="1"/>
              <a:t>Preference</a:t>
            </a:r>
            <a:r>
              <a:rPr lang="fr-CH" b="1" i="1" dirty="0"/>
              <a:t> </a:t>
            </a:r>
            <a:r>
              <a:rPr lang="fr-CH" b="1" i="1" dirty="0" err="1"/>
              <a:t>Vectors</a:t>
            </a:r>
            <a:r>
              <a:rPr lang="fr-CH" b="1" i="1" dirty="0"/>
              <a:t> </a:t>
            </a:r>
            <a:r>
              <a:rPr lang="fr-CH" b="1" i="1" dirty="0" err="1"/>
              <a:t>allows</a:t>
            </a:r>
            <a:r>
              <a:rPr lang="fr-CH" b="1" i="1" dirty="0"/>
              <a:t> </a:t>
            </a:r>
            <a:r>
              <a:rPr lang="fr-CH" b="1" i="1" dirty="0" err="1"/>
              <a:t>you</a:t>
            </a:r>
            <a:r>
              <a:rPr lang="fr-CH" b="1" i="1" dirty="0"/>
              <a:t> to </a:t>
            </a:r>
            <a:r>
              <a:rPr lang="fr-CH" b="1" i="1" dirty="0" err="1"/>
              <a:t>then</a:t>
            </a:r>
            <a:r>
              <a:rPr lang="fr-CH" b="1" i="1" dirty="0"/>
              <a:t> </a:t>
            </a:r>
            <a:r>
              <a:rPr lang="fr-CH" b="1" i="1" dirty="0" err="1"/>
              <a:t>reconstruct</a:t>
            </a:r>
            <a:r>
              <a:rPr lang="fr-CH" b="1" i="1" dirty="0"/>
              <a:t> the </a:t>
            </a:r>
            <a:r>
              <a:rPr lang="fr-CH" b="1" i="1" dirty="0" err="1"/>
              <a:t>whole</a:t>
            </a:r>
            <a:r>
              <a:rPr lang="fr-CH" b="1" i="1" dirty="0"/>
              <a:t> Pareto Front</a:t>
            </a:r>
            <a:endParaRPr lang="fr-FR" b="1" i="1" dirty="0"/>
          </a:p>
        </p:txBody>
      </p:sp>
      <p:pic>
        <p:nvPicPr>
          <p:cNvPr id="5" name="Image 4" descr="Une image contenant diagramme, cercle, ligne, Caractère coloré&#10;&#10;Le contenu généré par l’IA peut être incorrect.">
            <a:extLst>
              <a:ext uri="{FF2B5EF4-FFF2-40B4-BE49-F238E27FC236}">
                <a16:creationId xmlns:a16="http://schemas.microsoft.com/office/drawing/2014/main" id="{C66AD001-F8FF-EA8F-7207-CE6A5282C1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00" y="2445340"/>
            <a:ext cx="3543667" cy="3727412"/>
          </a:xfrm>
          <a:prstGeom prst="rect">
            <a:avLst/>
          </a:prstGeom>
        </p:spPr>
      </p:pic>
      <p:pic>
        <p:nvPicPr>
          <p:cNvPr id="2" name="Graphique 1" descr="Bonne idée avec un remplissage uni">
            <a:extLst>
              <a:ext uri="{FF2B5EF4-FFF2-40B4-BE49-F238E27FC236}">
                <a16:creationId xmlns:a16="http://schemas.microsoft.com/office/drawing/2014/main" id="{CFEE5FF5-C8AA-B5D7-63FD-766FAD2A5D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62825" y="2762250"/>
            <a:ext cx="955675" cy="955675"/>
          </a:xfrm>
          <a:prstGeom prst="rect">
            <a:avLst/>
          </a:prstGeom>
        </p:spPr>
      </p:pic>
    </p:spTree>
    <p:extLst>
      <p:ext uri="{BB962C8B-B14F-4D97-AF65-F5344CB8AC3E}">
        <p14:creationId xmlns:p14="http://schemas.microsoft.com/office/powerpoint/2010/main" val="2100221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2C544-E28C-7FBA-FA4C-9D83D2EE510F}"/>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7D5EB505-403B-EE9C-9F6D-0FC111794670}"/>
              </a:ext>
            </a:extLst>
          </p:cNvPr>
          <p:cNvSpPr>
            <a:spLocks noGrp="1"/>
          </p:cNvSpPr>
          <p:nvPr>
            <p:ph type="sldNum" sz="quarter" idx="16"/>
          </p:nvPr>
        </p:nvSpPr>
        <p:spPr/>
        <p:txBody>
          <a:bodyPr/>
          <a:lstStyle/>
          <a:p>
            <a:fld id="{167A0328-A2CC-4110-85D0-A410FFB4F3E3}" type="slidenum">
              <a:rPr lang="fr-FR" smtClean="0"/>
              <a:pPr/>
              <a:t>36</a:t>
            </a:fld>
            <a:endParaRPr lang="fr-FR" dirty="0"/>
          </a:p>
        </p:txBody>
      </p:sp>
      <p:sp>
        <p:nvSpPr>
          <p:cNvPr id="4" name="Titre 3">
            <a:extLst>
              <a:ext uri="{FF2B5EF4-FFF2-40B4-BE49-F238E27FC236}">
                <a16:creationId xmlns:a16="http://schemas.microsoft.com/office/drawing/2014/main" id="{7CD46354-B9CB-6653-B522-5EA41E3F4986}"/>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8A0399A6-2D76-5A07-7F4A-0DD6D23B314A}"/>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620CFEE1-B6B4-EF5C-364D-AEC399F9E0AB}"/>
              </a:ext>
            </a:extLst>
          </p:cNvPr>
          <p:cNvSpPr>
            <a:spLocks noGrp="1"/>
          </p:cNvSpPr>
          <p:nvPr>
            <p:ph sz="quarter" idx="13"/>
          </p:nvPr>
        </p:nvSpPr>
        <p:spPr>
          <a:xfrm>
            <a:off x="901700" y="2313542"/>
            <a:ext cx="10956925" cy="489571"/>
          </a:xfrm>
        </p:spPr>
        <p:txBody>
          <a:bodyPr/>
          <a:lstStyle/>
          <a:p>
            <a:pPr marL="0" indent="0">
              <a:buNone/>
            </a:pPr>
            <a:r>
              <a:rPr lang="fr-CH" dirty="0"/>
              <a:t>Pareto Set </a:t>
            </a:r>
            <a:r>
              <a:rPr lang="fr-CH" dirty="0" err="1"/>
              <a:t>from</a:t>
            </a:r>
            <a:r>
              <a:rPr lang="fr-CH" dirty="0"/>
              <a:t> NSGA-II and MODNAS</a:t>
            </a:r>
            <a:endParaRPr lang="fr-FR" dirty="0"/>
          </a:p>
        </p:txBody>
      </p:sp>
      <p:pic>
        <p:nvPicPr>
          <p:cNvPr id="2" name="Image 1" descr="Une image contenant texte, capture d’écran, diagramme, Tracé&#10;&#10;Le contenu généré par l’IA peut être incorrect.">
            <a:extLst>
              <a:ext uri="{FF2B5EF4-FFF2-40B4-BE49-F238E27FC236}">
                <a16:creationId xmlns:a16="http://schemas.microsoft.com/office/drawing/2014/main" id="{34658551-2466-22B3-3F24-2A8419A6C739}"/>
              </a:ext>
            </a:extLst>
          </p:cNvPr>
          <p:cNvPicPr>
            <a:picLocks noChangeAspect="1"/>
          </p:cNvPicPr>
          <p:nvPr/>
        </p:nvPicPr>
        <p:blipFill>
          <a:blip r:embed="rId3"/>
          <a:srcRect l="1318" b="817"/>
          <a:stretch/>
        </p:blipFill>
        <p:spPr>
          <a:xfrm>
            <a:off x="1212305" y="2880721"/>
            <a:ext cx="5542308" cy="3638297"/>
          </a:xfrm>
          <a:prstGeom prst="rect">
            <a:avLst/>
          </a:prstGeom>
        </p:spPr>
      </p:pic>
      <p:sp>
        <p:nvSpPr>
          <p:cNvPr id="5" name="ZoneTexte 4">
            <a:extLst>
              <a:ext uri="{FF2B5EF4-FFF2-40B4-BE49-F238E27FC236}">
                <a16:creationId xmlns:a16="http://schemas.microsoft.com/office/drawing/2014/main" id="{FB801D87-DDDC-19D2-1B27-9A4226851DD5}"/>
              </a:ext>
            </a:extLst>
          </p:cNvPr>
          <p:cNvSpPr txBox="1"/>
          <p:nvPr/>
        </p:nvSpPr>
        <p:spPr>
          <a:xfrm>
            <a:off x="7288311" y="3429000"/>
            <a:ext cx="4128989" cy="1015663"/>
          </a:xfrm>
          <a:prstGeom prst="rect">
            <a:avLst/>
          </a:prstGeom>
          <a:noFill/>
        </p:spPr>
        <p:txBody>
          <a:bodyPr wrap="square" rtlCol="0">
            <a:spAutoFit/>
          </a:bodyPr>
          <a:lstStyle/>
          <a:p>
            <a:pPr algn="ctr"/>
            <a:r>
              <a:rPr lang="fr-CH" sz="2000" dirty="0">
                <a:solidFill>
                  <a:srgbClr val="FF0000"/>
                </a:solidFill>
              </a:rPr>
              <a:t>But </a:t>
            </a:r>
            <a:r>
              <a:rPr lang="fr-CH" sz="2000" dirty="0" err="1">
                <a:solidFill>
                  <a:srgbClr val="FF0000"/>
                </a:solidFill>
              </a:rPr>
              <a:t>this</a:t>
            </a:r>
            <a:r>
              <a:rPr lang="fr-CH" sz="2000" dirty="0">
                <a:solidFill>
                  <a:srgbClr val="FF0000"/>
                </a:solidFill>
              </a:rPr>
              <a:t> </a:t>
            </a:r>
            <a:r>
              <a:rPr lang="fr-CH" sz="2000" dirty="0" err="1">
                <a:solidFill>
                  <a:srgbClr val="FF0000"/>
                </a:solidFill>
              </a:rPr>
              <a:t>is</a:t>
            </a:r>
            <a:r>
              <a:rPr lang="fr-CH" sz="2000" dirty="0">
                <a:solidFill>
                  <a:srgbClr val="FF0000"/>
                </a:solidFill>
              </a:rPr>
              <a:t> an approximation of the Pareto Front </a:t>
            </a:r>
            <a:r>
              <a:rPr lang="fr-CH" sz="2000" dirty="0" err="1">
                <a:solidFill>
                  <a:srgbClr val="FF0000"/>
                </a:solidFill>
              </a:rPr>
              <a:t>given</a:t>
            </a:r>
            <a:r>
              <a:rPr lang="fr-CH" sz="2000" dirty="0">
                <a:solidFill>
                  <a:srgbClr val="FF0000"/>
                </a:solidFill>
              </a:rPr>
              <a:t> by the </a:t>
            </a:r>
            <a:r>
              <a:rPr lang="fr-CH" sz="2000" dirty="0" err="1">
                <a:solidFill>
                  <a:srgbClr val="FF0000"/>
                </a:solidFill>
              </a:rPr>
              <a:t>SuperNetwork</a:t>
            </a:r>
            <a:r>
              <a:rPr lang="fr-CH" sz="2000" dirty="0">
                <a:solidFill>
                  <a:srgbClr val="FF0000"/>
                </a:solidFill>
              </a:rPr>
              <a:t> !</a:t>
            </a:r>
            <a:endParaRPr lang="fr-FR" sz="2000" dirty="0">
              <a:solidFill>
                <a:srgbClr val="FF0000"/>
              </a:solidFill>
            </a:endParaRPr>
          </a:p>
        </p:txBody>
      </p:sp>
      <p:sp>
        <p:nvSpPr>
          <p:cNvPr id="7" name="ZoneTexte 6">
            <a:extLst>
              <a:ext uri="{FF2B5EF4-FFF2-40B4-BE49-F238E27FC236}">
                <a16:creationId xmlns:a16="http://schemas.microsoft.com/office/drawing/2014/main" id="{84EE51CD-BC30-971B-3D02-2E8883142730}"/>
              </a:ext>
            </a:extLst>
          </p:cNvPr>
          <p:cNvSpPr txBox="1"/>
          <p:nvPr/>
        </p:nvSpPr>
        <p:spPr>
          <a:xfrm>
            <a:off x="7288311" y="5145940"/>
            <a:ext cx="4128989" cy="400110"/>
          </a:xfrm>
          <a:prstGeom prst="rect">
            <a:avLst/>
          </a:prstGeom>
          <a:noFill/>
        </p:spPr>
        <p:txBody>
          <a:bodyPr wrap="square" rtlCol="0">
            <a:spAutoFit/>
          </a:bodyPr>
          <a:lstStyle/>
          <a:p>
            <a:pPr algn="ctr"/>
            <a:r>
              <a:rPr lang="fr-CH" sz="2000" b="1" dirty="0" err="1">
                <a:solidFill>
                  <a:srgbClr val="FF0000"/>
                </a:solidFill>
              </a:rPr>
              <a:t>Does</a:t>
            </a:r>
            <a:r>
              <a:rPr lang="fr-CH" sz="2000" b="1" dirty="0">
                <a:solidFill>
                  <a:srgbClr val="FF0000"/>
                </a:solidFill>
              </a:rPr>
              <a:t> </a:t>
            </a:r>
            <a:r>
              <a:rPr lang="fr-CH" sz="2000" b="1" dirty="0" err="1">
                <a:solidFill>
                  <a:srgbClr val="FF0000"/>
                </a:solidFill>
              </a:rPr>
              <a:t>it</a:t>
            </a:r>
            <a:r>
              <a:rPr lang="fr-CH" sz="2000" b="1" dirty="0">
                <a:solidFill>
                  <a:srgbClr val="FF0000"/>
                </a:solidFill>
              </a:rPr>
              <a:t> </a:t>
            </a:r>
            <a:r>
              <a:rPr lang="fr-CH" sz="2000" b="1" dirty="0" err="1">
                <a:solidFill>
                  <a:srgbClr val="FF0000"/>
                </a:solidFill>
              </a:rPr>
              <a:t>correlate</a:t>
            </a:r>
            <a:r>
              <a:rPr lang="fr-CH" sz="2000" b="1" dirty="0">
                <a:solidFill>
                  <a:srgbClr val="FF0000"/>
                </a:solidFill>
              </a:rPr>
              <a:t> </a:t>
            </a:r>
            <a:r>
              <a:rPr lang="fr-CH" sz="2000" b="1" dirty="0" err="1">
                <a:solidFill>
                  <a:srgbClr val="FF0000"/>
                </a:solidFill>
              </a:rPr>
              <a:t>with</a:t>
            </a:r>
            <a:r>
              <a:rPr lang="fr-CH" sz="2000" b="1" dirty="0">
                <a:solidFill>
                  <a:srgbClr val="FF0000"/>
                </a:solidFill>
              </a:rPr>
              <a:t> reality ?</a:t>
            </a:r>
            <a:endParaRPr lang="fr-FR" sz="2000" b="1" dirty="0">
              <a:solidFill>
                <a:srgbClr val="FF0000"/>
              </a:solidFill>
            </a:endParaRPr>
          </a:p>
        </p:txBody>
      </p:sp>
    </p:spTree>
    <p:extLst>
      <p:ext uri="{BB962C8B-B14F-4D97-AF65-F5344CB8AC3E}">
        <p14:creationId xmlns:p14="http://schemas.microsoft.com/office/powerpoint/2010/main" val="34383911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AF0DE-BDC2-C4CA-F331-B0B5E0A7FFF8}"/>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267AB45-B20B-F0E3-44B3-B23FCC27787D}"/>
              </a:ext>
            </a:extLst>
          </p:cNvPr>
          <p:cNvSpPr>
            <a:spLocks noGrp="1"/>
          </p:cNvSpPr>
          <p:nvPr>
            <p:ph type="sldNum" sz="quarter" idx="16"/>
          </p:nvPr>
        </p:nvSpPr>
        <p:spPr/>
        <p:txBody>
          <a:bodyPr/>
          <a:lstStyle/>
          <a:p>
            <a:fld id="{167A0328-A2CC-4110-85D0-A410FFB4F3E3}" type="slidenum">
              <a:rPr lang="fr-FR" smtClean="0"/>
              <a:pPr/>
              <a:t>37</a:t>
            </a:fld>
            <a:endParaRPr lang="fr-FR" dirty="0"/>
          </a:p>
        </p:txBody>
      </p:sp>
      <p:sp>
        <p:nvSpPr>
          <p:cNvPr id="4" name="Titre 3">
            <a:extLst>
              <a:ext uri="{FF2B5EF4-FFF2-40B4-BE49-F238E27FC236}">
                <a16:creationId xmlns:a16="http://schemas.microsoft.com/office/drawing/2014/main" id="{B28D8A13-7611-C573-5343-35D7810922D8}"/>
              </a:ext>
            </a:extLst>
          </p:cNvPr>
          <p:cNvSpPr>
            <a:spLocks noGrp="1"/>
          </p:cNvSpPr>
          <p:nvPr>
            <p:ph type="title"/>
          </p:nvPr>
        </p:nvSpPr>
        <p:spPr/>
        <p:txBody>
          <a:bodyPr>
            <a:normAutofit/>
          </a:bodyPr>
          <a:lstStyle/>
          <a:p>
            <a:r>
              <a:rPr lang="fr-CH" dirty="0" err="1"/>
              <a:t>Programming</a:t>
            </a:r>
            <a:r>
              <a:rPr lang="fr-CH" dirty="0"/>
              <a:t> Project</a:t>
            </a:r>
          </a:p>
        </p:txBody>
      </p:sp>
      <p:sp>
        <p:nvSpPr>
          <p:cNvPr id="16" name="ZoneTexte 15">
            <a:extLst>
              <a:ext uri="{FF2B5EF4-FFF2-40B4-BE49-F238E27FC236}">
                <a16:creationId xmlns:a16="http://schemas.microsoft.com/office/drawing/2014/main" id="{2F563C7F-2B20-4C06-A91A-CA29CA612E21}"/>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67DC1BBF-A4A1-37C4-F385-91A962C4D0F5}"/>
              </a:ext>
            </a:extLst>
          </p:cNvPr>
          <p:cNvSpPr>
            <a:spLocks noGrp="1"/>
          </p:cNvSpPr>
          <p:nvPr>
            <p:ph sz="quarter" idx="13"/>
          </p:nvPr>
        </p:nvSpPr>
        <p:spPr>
          <a:xfrm>
            <a:off x="405114" y="2237482"/>
            <a:ext cx="11458413" cy="533830"/>
          </a:xfrm>
        </p:spPr>
        <p:txBody>
          <a:bodyPr>
            <a:normAutofit fontScale="85000" lnSpcReduction="10000"/>
          </a:bodyPr>
          <a:lstStyle/>
          <a:p>
            <a:pPr marL="0" indent="0">
              <a:buNone/>
            </a:pPr>
            <a:r>
              <a:rPr lang="fr-CH" dirty="0" err="1"/>
              <a:t>Actual</a:t>
            </a:r>
            <a:r>
              <a:rPr lang="fr-CH" dirty="0"/>
              <a:t> Pareto Set of solutions </a:t>
            </a:r>
            <a:r>
              <a:rPr lang="fr-CH" dirty="0" err="1"/>
              <a:t>after</a:t>
            </a:r>
            <a:r>
              <a:rPr lang="fr-CH" dirty="0"/>
              <a:t> training </a:t>
            </a:r>
            <a:r>
              <a:rPr lang="fr-CH" dirty="0" err="1"/>
              <a:t>each</a:t>
            </a:r>
            <a:r>
              <a:rPr lang="fr-CH" dirty="0"/>
              <a:t> </a:t>
            </a:r>
            <a:r>
              <a:rPr lang="fr-CH" dirty="0" err="1"/>
              <a:t>individual</a:t>
            </a:r>
            <a:r>
              <a:rPr lang="fr-CH" dirty="0"/>
              <a:t> architecture </a:t>
            </a:r>
            <a:r>
              <a:rPr lang="fr-CH" dirty="0" err="1"/>
              <a:t>from</a:t>
            </a:r>
            <a:r>
              <a:rPr lang="fr-CH" dirty="0"/>
              <a:t> scratch for 30 </a:t>
            </a:r>
            <a:r>
              <a:rPr lang="fr-CH" dirty="0" err="1"/>
              <a:t>epochs</a:t>
            </a:r>
            <a:r>
              <a:rPr lang="fr-CH" dirty="0"/>
              <a:t> </a:t>
            </a:r>
            <a:endParaRPr lang="fr-FR" dirty="0"/>
          </a:p>
        </p:txBody>
      </p:sp>
      <p:pic>
        <p:nvPicPr>
          <p:cNvPr id="5" name="Image 4" descr="Une image contenant texte, capture d’écran, diagramme, affichage&#10;&#10;Le contenu généré par l’IA peut être incorrect.">
            <a:extLst>
              <a:ext uri="{FF2B5EF4-FFF2-40B4-BE49-F238E27FC236}">
                <a16:creationId xmlns:a16="http://schemas.microsoft.com/office/drawing/2014/main" id="{6D1B2F94-1885-B29D-F73D-27D6BC332944}"/>
              </a:ext>
            </a:extLst>
          </p:cNvPr>
          <p:cNvPicPr>
            <a:picLocks noChangeAspect="1"/>
          </p:cNvPicPr>
          <p:nvPr/>
        </p:nvPicPr>
        <p:blipFill>
          <a:blip r:embed="rId3"/>
          <a:stretch>
            <a:fillRect/>
          </a:stretch>
        </p:blipFill>
        <p:spPr>
          <a:xfrm>
            <a:off x="3124082" y="2858009"/>
            <a:ext cx="5591293" cy="3651920"/>
          </a:xfrm>
          <a:prstGeom prst="rect">
            <a:avLst/>
          </a:prstGeom>
        </p:spPr>
      </p:pic>
    </p:spTree>
    <p:extLst>
      <p:ext uri="{BB962C8B-B14F-4D97-AF65-F5344CB8AC3E}">
        <p14:creationId xmlns:p14="http://schemas.microsoft.com/office/powerpoint/2010/main" val="1562112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CA651-65CE-DA5F-3EA2-37C80EF2EB9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029605B-9102-B0D1-3802-BF1B55886FAB}"/>
              </a:ext>
            </a:extLst>
          </p:cNvPr>
          <p:cNvSpPr>
            <a:spLocks noGrp="1"/>
          </p:cNvSpPr>
          <p:nvPr>
            <p:ph type="sldNum" sz="quarter" idx="16"/>
          </p:nvPr>
        </p:nvSpPr>
        <p:spPr/>
        <p:txBody>
          <a:bodyPr/>
          <a:lstStyle/>
          <a:p>
            <a:fld id="{167A0328-A2CC-4110-85D0-A410FFB4F3E3}" type="slidenum">
              <a:rPr lang="fr-FR" smtClean="0"/>
              <a:pPr/>
              <a:t>38</a:t>
            </a:fld>
            <a:endParaRPr lang="fr-FR" dirty="0"/>
          </a:p>
        </p:txBody>
      </p:sp>
      <p:sp>
        <p:nvSpPr>
          <p:cNvPr id="4" name="Titre 3">
            <a:extLst>
              <a:ext uri="{FF2B5EF4-FFF2-40B4-BE49-F238E27FC236}">
                <a16:creationId xmlns:a16="http://schemas.microsoft.com/office/drawing/2014/main" id="{D5CEA18E-24AB-B792-B066-D42C42D75C27}"/>
              </a:ext>
            </a:extLst>
          </p:cNvPr>
          <p:cNvSpPr>
            <a:spLocks noGrp="1"/>
          </p:cNvSpPr>
          <p:nvPr>
            <p:ph type="title"/>
          </p:nvPr>
        </p:nvSpPr>
        <p:spPr>
          <a:xfrm>
            <a:off x="346115" y="649994"/>
            <a:ext cx="10515600" cy="757823"/>
          </a:xfrm>
        </p:spPr>
        <p:txBody>
          <a:bodyPr>
            <a:normAutofit/>
          </a:bodyPr>
          <a:lstStyle/>
          <a:p>
            <a:r>
              <a:rPr lang="fr-CH" dirty="0" err="1"/>
              <a:t>Programming</a:t>
            </a:r>
            <a:r>
              <a:rPr lang="fr-CH" dirty="0"/>
              <a:t> Project</a:t>
            </a:r>
          </a:p>
        </p:txBody>
      </p:sp>
      <p:sp>
        <p:nvSpPr>
          <p:cNvPr id="6" name="Espace réservé du contenu 5">
            <a:extLst>
              <a:ext uri="{FF2B5EF4-FFF2-40B4-BE49-F238E27FC236}">
                <a16:creationId xmlns:a16="http://schemas.microsoft.com/office/drawing/2014/main" id="{DF896A2B-0CB5-25FC-9FCF-4CAC6DAB83E2}"/>
              </a:ext>
            </a:extLst>
          </p:cNvPr>
          <p:cNvSpPr>
            <a:spLocks noGrp="1"/>
          </p:cNvSpPr>
          <p:nvPr>
            <p:ph sz="quarter" idx="13"/>
          </p:nvPr>
        </p:nvSpPr>
        <p:spPr>
          <a:xfrm>
            <a:off x="346115" y="1670437"/>
            <a:ext cx="7675141" cy="389857"/>
          </a:xfrm>
        </p:spPr>
        <p:txBody>
          <a:bodyPr>
            <a:normAutofit lnSpcReduction="10000"/>
          </a:bodyPr>
          <a:lstStyle/>
          <a:p>
            <a:pPr marL="0" indent="0">
              <a:buNone/>
            </a:pPr>
            <a:r>
              <a:rPr lang="fr-CH" dirty="0" err="1"/>
              <a:t>Result</a:t>
            </a:r>
            <a:r>
              <a:rPr lang="fr-CH" dirty="0"/>
              <a:t> of the classification </a:t>
            </a:r>
            <a:r>
              <a:rPr lang="fr-CH" dirty="0" err="1"/>
              <a:t>task</a:t>
            </a:r>
            <a:r>
              <a:rPr lang="fr-CH" dirty="0"/>
              <a:t> on </a:t>
            </a:r>
            <a:r>
              <a:rPr lang="fr-CH" dirty="0" err="1"/>
              <a:t>some</a:t>
            </a:r>
            <a:r>
              <a:rPr lang="fr-CH" dirty="0"/>
              <a:t> </a:t>
            </a:r>
            <a:r>
              <a:rPr lang="fr-CH" dirty="0" err="1"/>
              <a:t>examples</a:t>
            </a:r>
            <a:endParaRPr lang="fr-FR" dirty="0"/>
          </a:p>
        </p:txBody>
      </p:sp>
      <p:pic>
        <p:nvPicPr>
          <p:cNvPr id="7" name="Image 6" descr="Une image contenant texte, chien, capture d’écran, mammifère&#10;&#10;Le contenu généré par l’IA peut être incorrect.">
            <a:extLst>
              <a:ext uri="{FF2B5EF4-FFF2-40B4-BE49-F238E27FC236}">
                <a16:creationId xmlns:a16="http://schemas.microsoft.com/office/drawing/2014/main" id="{E77ED590-FC59-489A-3E63-71BE247A4668}"/>
              </a:ext>
            </a:extLst>
          </p:cNvPr>
          <p:cNvPicPr>
            <a:picLocks noChangeAspect="1"/>
          </p:cNvPicPr>
          <p:nvPr/>
        </p:nvPicPr>
        <p:blipFill>
          <a:blip r:embed="rId3"/>
          <a:stretch>
            <a:fillRect/>
          </a:stretch>
        </p:blipFill>
        <p:spPr>
          <a:xfrm>
            <a:off x="1560416" y="2500130"/>
            <a:ext cx="9071167" cy="3808071"/>
          </a:xfrm>
          <a:prstGeom prst="rect">
            <a:avLst/>
          </a:prstGeom>
        </p:spPr>
      </p:pic>
    </p:spTree>
    <p:extLst>
      <p:ext uri="{BB962C8B-B14F-4D97-AF65-F5344CB8AC3E}">
        <p14:creationId xmlns:p14="http://schemas.microsoft.com/office/powerpoint/2010/main" val="404126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B12CF-1FD0-80B6-39AB-26D519376D7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BC3764A-52D5-389D-5A06-2F5A3131E51C}"/>
              </a:ext>
            </a:extLst>
          </p:cNvPr>
          <p:cNvSpPr>
            <a:spLocks noGrp="1"/>
          </p:cNvSpPr>
          <p:nvPr>
            <p:ph type="sldNum" sz="quarter" idx="16"/>
          </p:nvPr>
        </p:nvSpPr>
        <p:spPr/>
        <p:txBody>
          <a:bodyPr/>
          <a:lstStyle/>
          <a:p>
            <a:fld id="{167A0328-A2CC-4110-85D0-A410FFB4F3E3}" type="slidenum">
              <a:rPr lang="fr-FR" smtClean="0"/>
              <a:pPr/>
              <a:t>39</a:t>
            </a:fld>
            <a:endParaRPr lang="fr-FR" dirty="0"/>
          </a:p>
        </p:txBody>
      </p:sp>
      <p:sp>
        <p:nvSpPr>
          <p:cNvPr id="4" name="Titre 3">
            <a:extLst>
              <a:ext uri="{FF2B5EF4-FFF2-40B4-BE49-F238E27FC236}">
                <a16:creationId xmlns:a16="http://schemas.microsoft.com/office/drawing/2014/main" id="{EF8E4E4A-4CCD-EEFD-2507-0C36432A832B}"/>
              </a:ext>
            </a:extLst>
          </p:cNvPr>
          <p:cNvSpPr>
            <a:spLocks noGrp="1"/>
          </p:cNvSpPr>
          <p:nvPr>
            <p:ph type="title"/>
          </p:nvPr>
        </p:nvSpPr>
        <p:spPr>
          <a:xfrm>
            <a:off x="346115" y="649994"/>
            <a:ext cx="10515600" cy="757823"/>
          </a:xfrm>
        </p:spPr>
        <p:txBody>
          <a:bodyPr>
            <a:normAutofit/>
          </a:bodyPr>
          <a:lstStyle/>
          <a:p>
            <a:r>
              <a:rPr lang="fr-CH" dirty="0" err="1"/>
              <a:t>Programming</a:t>
            </a:r>
            <a:r>
              <a:rPr lang="fr-CH" dirty="0"/>
              <a:t> Project</a:t>
            </a:r>
          </a:p>
        </p:txBody>
      </p:sp>
      <p:sp>
        <p:nvSpPr>
          <p:cNvPr id="6" name="Espace réservé du contenu 5">
            <a:extLst>
              <a:ext uri="{FF2B5EF4-FFF2-40B4-BE49-F238E27FC236}">
                <a16:creationId xmlns:a16="http://schemas.microsoft.com/office/drawing/2014/main" id="{71EEBDC4-49E2-303B-31E8-71F71C90971C}"/>
              </a:ext>
            </a:extLst>
          </p:cNvPr>
          <p:cNvSpPr>
            <a:spLocks noGrp="1"/>
          </p:cNvSpPr>
          <p:nvPr>
            <p:ph sz="quarter" idx="13"/>
          </p:nvPr>
        </p:nvSpPr>
        <p:spPr>
          <a:xfrm>
            <a:off x="346115" y="1670437"/>
            <a:ext cx="7675141" cy="389857"/>
          </a:xfrm>
        </p:spPr>
        <p:txBody>
          <a:bodyPr>
            <a:normAutofit lnSpcReduction="10000"/>
          </a:bodyPr>
          <a:lstStyle/>
          <a:p>
            <a:pPr marL="0" indent="0">
              <a:buNone/>
            </a:pPr>
            <a:r>
              <a:rPr lang="fr-CH" dirty="0" err="1"/>
              <a:t>Result</a:t>
            </a:r>
            <a:r>
              <a:rPr lang="fr-CH" dirty="0"/>
              <a:t> of the classification </a:t>
            </a:r>
            <a:r>
              <a:rPr lang="fr-CH" dirty="0" err="1"/>
              <a:t>task</a:t>
            </a:r>
            <a:r>
              <a:rPr lang="fr-CH" dirty="0"/>
              <a:t> on </a:t>
            </a:r>
            <a:r>
              <a:rPr lang="fr-CH" dirty="0" err="1"/>
              <a:t>some</a:t>
            </a:r>
            <a:r>
              <a:rPr lang="fr-CH" dirty="0"/>
              <a:t> </a:t>
            </a:r>
            <a:r>
              <a:rPr lang="fr-CH" dirty="0" err="1"/>
              <a:t>examples</a:t>
            </a:r>
            <a:endParaRPr lang="fr-FR" dirty="0"/>
          </a:p>
        </p:txBody>
      </p:sp>
      <p:pic>
        <p:nvPicPr>
          <p:cNvPr id="2" name="Image 1" descr="Une image contenant texte, capture d’écran, chien&#10;&#10;Le contenu généré par l’IA peut être incorrect.">
            <a:extLst>
              <a:ext uri="{FF2B5EF4-FFF2-40B4-BE49-F238E27FC236}">
                <a16:creationId xmlns:a16="http://schemas.microsoft.com/office/drawing/2014/main" id="{720DF68B-44A2-0364-538B-6E6AF15B2DE2}"/>
              </a:ext>
            </a:extLst>
          </p:cNvPr>
          <p:cNvPicPr>
            <a:picLocks noChangeAspect="1"/>
          </p:cNvPicPr>
          <p:nvPr/>
        </p:nvPicPr>
        <p:blipFill>
          <a:blip r:embed="rId3"/>
          <a:stretch>
            <a:fillRect/>
          </a:stretch>
        </p:blipFill>
        <p:spPr>
          <a:xfrm>
            <a:off x="0" y="2060295"/>
            <a:ext cx="6010627" cy="2523257"/>
          </a:xfrm>
          <a:prstGeom prst="rect">
            <a:avLst/>
          </a:prstGeom>
        </p:spPr>
      </p:pic>
      <p:pic>
        <p:nvPicPr>
          <p:cNvPr id="7" name="Image 6" descr="Une image contenant texte, chien, capture d’écran, mammifère&#10;&#10;Le contenu généré par l’IA peut être incorrect.">
            <a:extLst>
              <a:ext uri="{FF2B5EF4-FFF2-40B4-BE49-F238E27FC236}">
                <a16:creationId xmlns:a16="http://schemas.microsoft.com/office/drawing/2014/main" id="{43172539-B6A0-224B-0A2D-D248258B6F10}"/>
              </a:ext>
            </a:extLst>
          </p:cNvPr>
          <p:cNvPicPr>
            <a:picLocks noChangeAspect="1"/>
          </p:cNvPicPr>
          <p:nvPr/>
        </p:nvPicPr>
        <p:blipFill>
          <a:blip r:embed="rId4"/>
          <a:stretch>
            <a:fillRect/>
          </a:stretch>
        </p:blipFill>
        <p:spPr>
          <a:xfrm>
            <a:off x="6096000" y="2060294"/>
            <a:ext cx="6010627" cy="2523258"/>
          </a:xfrm>
          <a:prstGeom prst="rect">
            <a:avLst/>
          </a:prstGeom>
        </p:spPr>
      </p:pic>
      <p:pic>
        <p:nvPicPr>
          <p:cNvPr id="5" name="Image 4" descr="Une image contenant texte, chien, capture d’écran, mammifère&#10;&#10;Le contenu généré par l’IA peut être incorrect.">
            <a:extLst>
              <a:ext uri="{FF2B5EF4-FFF2-40B4-BE49-F238E27FC236}">
                <a16:creationId xmlns:a16="http://schemas.microsoft.com/office/drawing/2014/main" id="{85B0DAA3-010A-4F5A-F39C-0728F129EA34}"/>
              </a:ext>
            </a:extLst>
          </p:cNvPr>
          <p:cNvPicPr>
            <a:picLocks noChangeAspect="1"/>
          </p:cNvPicPr>
          <p:nvPr/>
        </p:nvPicPr>
        <p:blipFill>
          <a:blip r:embed="rId5"/>
          <a:stretch>
            <a:fillRect/>
          </a:stretch>
        </p:blipFill>
        <p:spPr>
          <a:xfrm>
            <a:off x="2922080" y="4649341"/>
            <a:ext cx="5261221" cy="2208659"/>
          </a:xfrm>
          <a:prstGeom prst="rect">
            <a:avLst/>
          </a:prstGeom>
        </p:spPr>
      </p:pic>
    </p:spTree>
    <p:extLst>
      <p:ext uri="{BB962C8B-B14F-4D97-AF65-F5344CB8AC3E}">
        <p14:creationId xmlns:p14="http://schemas.microsoft.com/office/powerpoint/2010/main" val="4004339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A2152-7BF9-F55C-1F09-9FDFF59DE01E}"/>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A3AD401C-D453-B99E-39E6-1219DF12B290}"/>
              </a:ext>
            </a:extLst>
          </p:cNvPr>
          <p:cNvSpPr>
            <a:spLocks noGrp="1"/>
          </p:cNvSpPr>
          <p:nvPr>
            <p:ph type="sldNum" sz="quarter" idx="16"/>
          </p:nvPr>
        </p:nvSpPr>
        <p:spPr/>
        <p:txBody>
          <a:bodyPr/>
          <a:lstStyle/>
          <a:p>
            <a:fld id="{167A0328-A2CC-4110-85D0-A410FFB4F3E3}" type="slidenum">
              <a:rPr lang="fr-FR" smtClean="0"/>
              <a:pPr/>
              <a:t>40</a:t>
            </a:fld>
            <a:endParaRPr lang="fr-FR" dirty="0"/>
          </a:p>
        </p:txBody>
      </p:sp>
      <p:sp>
        <p:nvSpPr>
          <p:cNvPr id="4" name="Titre 3">
            <a:extLst>
              <a:ext uri="{FF2B5EF4-FFF2-40B4-BE49-F238E27FC236}">
                <a16:creationId xmlns:a16="http://schemas.microsoft.com/office/drawing/2014/main" id="{3A8ED509-3833-C282-3C48-A136188B4F39}"/>
              </a:ext>
            </a:extLst>
          </p:cNvPr>
          <p:cNvSpPr>
            <a:spLocks noGrp="1"/>
          </p:cNvSpPr>
          <p:nvPr>
            <p:ph type="title"/>
          </p:nvPr>
        </p:nvSpPr>
        <p:spPr/>
        <p:txBody>
          <a:bodyPr>
            <a:normAutofit/>
          </a:bodyPr>
          <a:lstStyle/>
          <a:p>
            <a:r>
              <a:rPr lang="fr-CH" dirty="0"/>
              <a:t>MODNAS RESULT</a:t>
            </a:r>
          </a:p>
        </p:txBody>
      </p:sp>
      <p:sp>
        <p:nvSpPr>
          <p:cNvPr id="16" name="ZoneTexte 15">
            <a:extLst>
              <a:ext uri="{FF2B5EF4-FFF2-40B4-BE49-F238E27FC236}">
                <a16:creationId xmlns:a16="http://schemas.microsoft.com/office/drawing/2014/main" id="{5992AF7A-CD9E-35DB-D19F-7C2AD3063F9E}"/>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0BC5A2BB-36EB-A0DD-EE05-AB4F5D91112A}"/>
              </a:ext>
            </a:extLst>
          </p:cNvPr>
          <p:cNvSpPr>
            <a:spLocks noGrp="1"/>
          </p:cNvSpPr>
          <p:nvPr>
            <p:ph sz="quarter" idx="13"/>
          </p:nvPr>
        </p:nvSpPr>
        <p:spPr>
          <a:xfrm>
            <a:off x="901700" y="2313543"/>
            <a:ext cx="10956925" cy="2131136"/>
          </a:xfrm>
        </p:spPr>
        <p:txBody>
          <a:bodyPr>
            <a:normAutofit/>
          </a:bodyPr>
          <a:lstStyle/>
          <a:p>
            <a:pPr marL="0" indent="0">
              <a:buNone/>
            </a:pPr>
            <a:r>
              <a:rPr lang="fr-CH" b="1" dirty="0"/>
              <a:t>GOAL :</a:t>
            </a:r>
          </a:p>
          <a:p>
            <a:pPr marL="0" indent="0">
              <a:buNone/>
            </a:pPr>
            <a:endParaRPr lang="fr-CH" dirty="0"/>
          </a:p>
          <a:p>
            <a:pPr marL="0" indent="0">
              <a:buNone/>
            </a:pPr>
            <a:r>
              <a:rPr lang="fr-CH" dirty="0" err="1"/>
              <a:t>Same</a:t>
            </a:r>
            <a:r>
              <a:rPr lang="fr-CH" dirty="0"/>
              <a:t> goal as </a:t>
            </a:r>
            <a:r>
              <a:rPr lang="fr-CH" dirty="0" err="1"/>
              <a:t>my</a:t>
            </a:r>
            <a:r>
              <a:rPr lang="fr-CH" dirty="0"/>
              <a:t> </a:t>
            </a:r>
            <a:r>
              <a:rPr lang="fr-CH" dirty="0" err="1"/>
              <a:t>programming</a:t>
            </a:r>
            <a:r>
              <a:rPr lang="fr-CH" dirty="0"/>
              <a:t> </a:t>
            </a:r>
            <a:r>
              <a:rPr lang="fr-CH" dirty="0" err="1"/>
              <a:t>project</a:t>
            </a:r>
            <a:r>
              <a:rPr lang="fr-CH" dirty="0"/>
              <a:t> but </a:t>
            </a:r>
            <a:r>
              <a:rPr lang="fr-CH" dirty="0" err="1"/>
              <a:t>extended</a:t>
            </a:r>
            <a:r>
              <a:rPr lang="fr-CH" dirty="0"/>
              <a:t> to more </a:t>
            </a:r>
            <a:r>
              <a:rPr lang="fr-CH" dirty="0" err="1"/>
              <a:t>devices</a:t>
            </a:r>
            <a:r>
              <a:rPr lang="fr-CH" dirty="0"/>
              <a:t> and more objectives. </a:t>
            </a:r>
            <a:endParaRPr lang="fr-FR" dirty="0"/>
          </a:p>
        </p:txBody>
      </p:sp>
    </p:spTree>
    <p:extLst>
      <p:ext uri="{BB962C8B-B14F-4D97-AF65-F5344CB8AC3E}">
        <p14:creationId xmlns:p14="http://schemas.microsoft.com/office/powerpoint/2010/main" val="2817965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87237-AF24-4C0E-07D1-0FAF63257C7D}"/>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02D3189-4AA2-2569-3E61-00807FE7E3EB}"/>
              </a:ext>
            </a:extLst>
          </p:cNvPr>
          <p:cNvSpPr>
            <a:spLocks noGrp="1"/>
          </p:cNvSpPr>
          <p:nvPr>
            <p:ph type="sldNum" sz="quarter" idx="16"/>
          </p:nvPr>
        </p:nvSpPr>
        <p:spPr/>
        <p:txBody>
          <a:bodyPr/>
          <a:lstStyle/>
          <a:p>
            <a:fld id="{167A0328-A2CC-4110-85D0-A410FFB4F3E3}" type="slidenum">
              <a:rPr lang="fr-FR" smtClean="0"/>
              <a:pPr/>
              <a:t>41</a:t>
            </a:fld>
            <a:endParaRPr lang="fr-FR" dirty="0"/>
          </a:p>
        </p:txBody>
      </p:sp>
      <p:sp>
        <p:nvSpPr>
          <p:cNvPr id="4" name="Titre 3">
            <a:extLst>
              <a:ext uri="{FF2B5EF4-FFF2-40B4-BE49-F238E27FC236}">
                <a16:creationId xmlns:a16="http://schemas.microsoft.com/office/drawing/2014/main" id="{C307934C-2EB1-99A0-BCE7-3267028F1A0E}"/>
              </a:ext>
            </a:extLst>
          </p:cNvPr>
          <p:cNvSpPr>
            <a:spLocks noGrp="1"/>
          </p:cNvSpPr>
          <p:nvPr>
            <p:ph type="title"/>
          </p:nvPr>
        </p:nvSpPr>
        <p:spPr/>
        <p:txBody>
          <a:bodyPr>
            <a:normAutofit/>
          </a:bodyPr>
          <a:lstStyle/>
          <a:p>
            <a:r>
              <a:rPr lang="fr-CH" dirty="0"/>
              <a:t>MODNAS Architecture</a:t>
            </a:r>
          </a:p>
        </p:txBody>
      </p:sp>
      <p:sp>
        <p:nvSpPr>
          <p:cNvPr id="16" name="ZoneTexte 15">
            <a:extLst>
              <a:ext uri="{FF2B5EF4-FFF2-40B4-BE49-F238E27FC236}">
                <a16:creationId xmlns:a16="http://schemas.microsoft.com/office/drawing/2014/main" id="{75D53B09-62C4-D0D9-4BDD-E8F5EBE4B957}"/>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B4EE6DC2-41C1-B614-6294-E87510629F99}"/>
              </a:ext>
            </a:extLst>
          </p:cNvPr>
          <p:cNvSpPr>
            <a:spLocks noGrp="1"/>
          </p:cNvSpPr>
          <p:nvPr>
            <p:ph sz="quarter" idx="13"/>
          </p:nvPr>
        </p:nvSpPr>
        <p:spPr>
          <a:xfrm>
            <a:off x="901700" y="2095499"/>
            <a:ext cx="10956925" cy="757823"/>
          </a:xfrm>
        </p:spPr>
        <p:txBody>
          <a:bodyPr/>
          <a:lstStyle/>
          <a:p>
            <a:pPr marL="0" indent="0">
              <a:buNone/>
            </a:pPr>
            <a:r>
              <a:rPr lang="fr-CH" dirty="0"/>
              <a:t>Architecture</a:t>
            </a:r>
            <a:endParaRPr lang="fr-FR" dirty="0"/>
          </a:p>
        </p:txBody>
      </p:sp>
      <p:grpSp>
        <p:nvGrpSpPr>
          <p:cNvPr id="17" name="Groupe 16">
            <a:extLst>
              <a:ext uri="{FF2B5EF4-FFF2-40B4-BE49-F238E27FC236}">
                <a16:creationId xmlns:a16="http://schemas.microsoft.com/office/drawing/2014/main" id="{F86B7522-3BA1-416F-7AF4-059DBB11C8E4}"/>
              </a:ext>
            </a:extLst>
          </p:cNvPr>
          <p:cNvGrpSpPr/>
          <p:nvPr/>
        </p:nvGrpSpPr>
        <p:grpSpPr>
          <a:xfrm>
            <a:off x="633421" y="2568964"/>
            <a:ext cx="10497989" cy="3345699"/>
            <a:chOff x="807041" y="2453217"/>
            <a:chExt cx="11772465" cy="3945454"/>
          </a:xfrm>
        </p:grpSpPr>
        <mc:AlternateContent xmlns:mc="http://schemas.openxmlformats.org/markup-compatibility/2006" xmlns:a14="http://schemas.microsoft.com/office/drawing/2010/main">
          <mc:Choice Requires="a14">
            <p:sp>
              <p:nvSpPr>
                <p:cNvPr id="5" name="Ellipse 4">
                  <a:extLst>
                    <a:ext uri="{FF2B5EF4-FFF2-40B4-BE49-F238E27FC236}">
                      <a16:creationId xmlns:a16="http://schemas.microsoft.com/office/drawing/2014/main" id="{0E877EE3-D0F0-6B29-C4FB-04940E60FE59}"/>
                    </a:ext>
                  </a:extLst>
                </p:cNvPr>
                <p:cNvSpPr/>
                <p:nvPr/>
              </p:nvSpPr>
              <p:spPr>
                <a:xfrm>
                  <a:off x="3179126" y="4101265"/>
                  <a:ext cx="892366" cy="8097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b="0" i="1" smtClean="0">
                            <a:latin typeface="Cambria Math" panose="02040503050406030204" pitchFamily="18" charset="0"/>
                          </a:rPr>
                          <m:t>𝐻</m:t>
                        </m:r>
                        <m:r>
                          <a:rPr lang="fr-CH" b="0" i="1" smtClean="0">
                            <a:latin typeface="Cambria Math" panose="02040503050406030204" pitchFamily="18" charset="0"/>
                          </a:rPr>
                          <m:t>(</m:t>
                        </m:r>
                        <m:r>
                          <a:rPr lang="fr-CH" b="0" i="1" smtClean="0">
                            <a:latin typeface="Cambria Math" panose="02040503050406030204" pitchFamily="18" charset="0"/>
                          </a:rPr>
                          <m:t>𝑟</m:t>
                        </m:r>
                        <m:r>
                          <a:rPr lang="fr-CH" b="0" i="1" smtClean="0">
                            <a:latin typeface="Cambria Math" panose="02040503050406030204" pitchFamily="18" charset="0"/>
                          </a:rPr>
                          <m:t>)</m:t>
                        </m:r>
                      </m:oMath>
                    </m:oMathPara>
                  </a14:m>
                  <a:endParaRPr lang="fr-FR" dirty="0"/>
                </a:p>
              </p:txBody>
            </p:sp>
          </mc:Choice>
          <mc:Fallback xmlns="">
            <p:sp>
              <p:nvSpPr>
                <p:cNvPr id="5" name="Ellipse 4">
                  <a:extLst>
                    <a:ext uri="{FF2B5EF4-FFF2-40B4-BE49-F238E27FC236}">
                      <a16:creationId xmlns:a16="http://schemas.microsoft.com/office/drawing/2014/main" id="{0E877EE3-D0F0-6B29-C4FB-04940E60FE59}"/>
                    </a:ext>
                  </a:extLst>
                </p:cNvPr>
                <p:cNvSpPr>
                  <a:spLocks noRot="1" noChangeAspect="1" noMove="1" noResize="1" noEditPoints="1" noAdjustHandles="1" noChangeArrowheads="1" noChangeShapeType="1" noTextEdit="1"/>
                </p:cNvSpPr>
                <p:nvPr/>
              </p:nvSpPr>
              <p:spPr>
                <a:xfrm>
                  <a:off x="3179126" y="4101265"/>
                  <a:ext cx="892366" cy="809788"/>
                </a:xfrm>
                <a:prstGeom prst="ellipse">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Ellipse 6">
                  <a:extLst>
                    <a:ext uri="{FF2B5EF4-FFF2-40B4-BE49-F238E27FC236}">
                      <a16:creationId xmlns:a16="http://schemas.microsoft.com/office/drawing/2014/main" id="{A675817C-D3C6-993E-B4CE-8BE5237209AE}"/>
                    </a:ext>
                  </a:extLst>
                </p:cNvPr>
                <p:cNvSpPr/>
                <p:nvPr/>
              </p:nvSpPr>
              <p:spPr>
                <a:xfrm>
                  <a:off x="4605909" y="4101265"/>
                  <a:ext cx="892366" cy="8097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sz="1800" b="1" i="0" smtClean="0">
                            <a:latin typeface="Cambria Math" panose="02040503050406030204" pitchFamily="18" charset="0"/>
                            <a:ea typeface="Cambria Math" panose="02040503050406030204" pitchFamily="18" charset="0"/>
                          </a:rPr>
                          <m:t>ã</m:t>
                        </m:r>
                      </m:oMath>
                    </m:oMathPara>
                  </a14:m>
                  <a:endParaRPr lang="fr-FR" dirty="0"/>
                </a:p>
              </p:txBody>
            </p:sp>
          </mc:Choice>
          <mc:Fallback xmlns="">
            <p:sp>
              <p:nvSpPr>
                <p:cNvPr id="7" name="Ellipse 6">
                  <a:extLst>
                    <a:ext uri="{FF2B5EF4-FFF2-40B4-BE49-F238E27FC236}">
                      <a16:creationId xmlns:a16="http://schemas.microsoft.com/office/drawing/2014/main" id="{A675817C-D3C6-993E-B4CE-8BE5237209AE}"/>
                    </a:ext>
                  </a:extLst>
                </p:cNvPr>
                <p:cNvSpPr>
                  <a:spLocks noRot="1" noChangeAspect="1" noMove="1" noResize="1" noEditPoints="1" noAdjustHandles="1" noChangeArrowheads="1" noChangeShapeType="1" noTextEdit="1"/>
                </p:cNvSpPr>
                <p:nvPr/>
              </p:nvSpPr>
              <p:spPr>
                <a:xfrm>
                  <a:off x="4605909" y="4101265"/>
                  <a:ext cx="892366" cy="809788"/>
                </a:xfrm>
                <a:prstGeom prst="ellipse">
                  <a:avLst/>
                </a:prstGeom>
                <a:blipFill>
                  <a:blip r:embed="rId4"/>
                  <a:stretch>
                    <a:fillRect/>
                  </a:stretch>
                </a:blipFill>
              </p:spPr>
              <p:txBody>
                <a:bodyPr/>
                <a:lstStyle/>
                <a:p>
                  <a:r>
                    <a:rPr lang="fr-FR">
                      <a:noFill/>
                    </a:rPr>
                    <a:t> </a:t>
                  </a:r>
                </a:p>
              </p:txBody>
            </p:sp>
          </mc:Fallback>
        </mc:AlternateContent>
        <p:sp>
          <p:nvSpPr>
            <p:cNvPr id="9" name="Ellipse 8">
              <a:extLst>
                <a:ext uri="{FF2B5EF4-FFF2-40B4-BE49-F238E27FC236}">
                  <a16:creationId xmlns:a16="http://schemas.microsoft.com/office/drawing/2014/main" id="{074B865D-5165-EB75-A96A-BBB3C9850AB8}"/>
                </a:ext>
              </a:extLst>
            </p:cNvPr>
            <p:cNvSpPr/>
            <p:nvPr/>
          </p:nvSpPr>
          <p:spPr>
            <a:xfrm>
              <a:off x="7210041" y="4115144"/>
              <a:ext cx="892366" cy="8097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dirty="0"/>
                <a:t>S</a:t>
              </a:r>
              <a:endParaRPr lang="fr-FR" dirty="0"/>
            </a:p>
          </p:txBody>
        </p:sp>
        <mc:AlternateContent xmlns:mc="http://schemas.openxmlformats.org/markup-compatibility/2006" xmlns:a14="http://schemas.microsoft.com/office/drawing/2010/main">
          <mc:Choice Requires="a14">
            <p:sp>
              <p:nvSpPr>
                <p:cNvPr id="26" name="Rectangle : coins arrondis 25">
                  <a:extLst>
                    <a:ext uri="{FF2B5EF4-FFF2-40B4-BE49-F238E27FC236}">
                      <a16:creationId xmlns:a16="http://schemas.microsoft.com/office/drawing/2014/main" id="{0F0EB40D-2996-1A48-783D-782BFC5C97EF}"/>
                    </a:ext>
                  </a:extLst>
                </p:cNvPr>
                <p:cNvSpPr/>
                <p:nvPr/>
              </p:nvSpPr>
              <p:spPr>
                <a:xfrm>
                  <a:off x="807041" y="3795567"/>
                  <a:ext cx="1600200" cy="5619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b="0" i="1" smtClean="0">
                            <a:latin typeface="Cambria Math" panose="02040503050406030204" pitchFamily="18" charset="0"/>
                          </a:rPr>
                          <m:t>𝑟</m:t>
                        </m:r>
                        <m:r>
                          <a:rPr lang="fr-CH" b="0" i="1" smtClean="0">
                            <a:latin typeface="Cambria Math" panose="02040503050406030204" pitchFamily="18" charset="0"/>
                          </a:rPr>
                          <m:t> ~ </m:t>
                        </m:r>
                        <m:r>
                          <a:rPr lang="fr-CH" b="0" i="1" smtClean="0">
                            <a:latin typeface="Cambria Math" panose="02040503050406030204" pitchFamily="18" charset="0"/>
                          </a:rPr>
                          <m:t>𝐷𝑖𝑟</m:t>
                        </m:r>
                        <m:r>
                          <a:rPr lang="fr-CH" b="0" i="1" smtClean="0">
                            <a:latin typeface="Cambria Math" panose="02040503050406030204" pitchFamily="18" charset="0"/>
                          </a:rPr>
                          <m:t>(</m:t>
                        </m:r>
                        <m:r>
                          <a:rPr lang="fr-CH" b="0" i="1" smtClean="0">
                            <a:latin typeface="Cambria Math" panose="02040503050406030204" pitchFamily="18" charset="0"/>
                          </a:rPr>
                          <m:t>𝛽</m:t>
                        </m:r>
                        <m:r>
                          <a:rPr lang="fr-CH" b="0" i="1" smtClean="0">
                            <a:latin typeface="Cambria Math" panose="02040503050406030204" pitchFamily="18" charset="0"/>
                          </a:rPr>
                          <m:t>)</m:t>
                        </m:r>
                      </m:oMath>
                    </m:oMathPara>
                  </a14:m>
                  <a:endParaRPr lang="fr-FR" dirty="0"/>
                </a:p>
              </p:txBody>
            </p:sp>
          </mc:Choice>
          <mc:Fallback xmlns="">
            <p:sp>
              <p:nvSpPr>
                <p:cNvPr id="26" name="Rectangle : coins arrondis 25">
                  <a:extLst>
                    <a:ext uri="{FF2B5EF4-FFF2-40B4-BE49-F238E27FC236}">
                      <a16:creationId xmlns:a16="http://schemas.microsoft.com/office/drawing/2014/main" id="{0F0EB40D-2996-1A48-783D-782BFC5C97EF}"/>
                    </a:ext>
                  </a:extLst>
                </p:cNvPr>
                <p:cNvSpPr>
                  <a:spLocks noRot="1" noChangeAspect="1" noMove="1" noResize="1" noEditPoints="1" noAdjustHandles="1" noChangeArrowheads="1" noChangeShapeType="1" noTextEdit="1"/>
                </p:cNvSpPr>
                <p:nvPr/>
              </p:nvSpPr>
              <p:spPr>
                <a:xfrm>
                  <a:off x="807041" y="3795567"/>
                  <a:ext cx="1600200" cy="561975"/>
                </a:xfrm>
                <a:prstGeom prst="round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8" name="Rectangle : coins arrondis 27">
                  <a:extLst>
                    <a:ext uri="{FF2B5EF4-FFF2-40B4-BE49-F238E27FC236}">
                      <a16:creationId xmlns:a16="http://schemas.microsoft.com/office/drawing/2014/main" id="{1A9A50A6-9C52-E185-D99A-9B60AEAC780F}"/>
                    </a:ext>
                  </a:extLst>
                </p:cNvPr>
                <p:cNvSpPr/>
                <p:nvPr/>
              </p:nvSpPr>
              <p:spPr>
                <a:xfrm>
                  <a:off x="5978755" y="4105269"/>
                  <a:ext cx="659704" cy="8196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b="0" i="1" smtClean="0">
                            <a:latin typeface="Cambria Math" panose="02040503050406030204" pitchFamily="18" charset="0"/>
                            <a:ea typeface="Cambria Math" panose="02040503050406030204" pitchFamily="18" charset="0"/>
                          </a:rPr>
                          <m:t>∆</m:t>
                        </m:r>
                      </m:oMath>
                    </m:oMathPara>
                  </a14:m>
                  <a:endParaRPr lang="fr-FR" dirty="0"/>
                </a:p>
              </p:txBody>
            </p:sp>
          </mc:Choice>
          <mc:Fallback xmlns="">
            <p:sp>
              <p:nvSpPr>
                <p:cNvPr id="28" name="Rectangle : coins arrondis 27">
                  <a:extLst>
                    <a:ext uri="{FF2B5EF4-FFF2-40B4-BE49-F238E27FC236}">
                      <a16:creationId xmlns:a16="http://schemas.microsoft.com/office/drawing/2014/main" id="{1A9A50A6-9C52-E185-D99A-9B60AEAC780F}"/>
                    </a:ext>
                  </a:extLst>
                </p:cNvPr>
                <p:cNvSpPr>
                  <a:spLocks noRot="1" noChangeAspect="1" noMove="1" noResize="1" noEditPoints="1" noAdjustHandles="1" noChangeArrowheads="1" noChangeShapeType="1" noTextEdit="1"/>
                </p:cNvSpPr>
                <p:nvPr/>
              </p:nvSpPr>
              <p:spPr>
                <a:xfrm>
                  <a:off x="5978755" y="4105269"/>
                  <a:ext cx="659704" cy="819663"/>
                </a:xfrm>
                <a:prstGeom prst="round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0" name="Rectangle : coins arrondis 29">
                  <a:extLst>
                    <a:ext uri="{FF2B5EF4-FFF2-40B4-BE49-F238E27FC236}">
                      <a16:creationId xmlns:a16="http://schemas.microsoft.com/office/drawing/2014/main" id="{983C62CD-F679-7041-531A-585E760C01F7}"/>
                    </a:ext>
                  </a:extLst>
                </p:cNvPr>
                <p:cNvSpPr/>
                <p:nvPr/>
              </p:nvSpPr>
              <p:spPr>
                <a:xfrm>
                  <a:off x="8692629" y="3447904"/>
                  <a:ext cx="2372085"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CH" b="0" i="1" smtClean="0">
                                <a:latin typeface="Cambria Math" panose="02040503050406030204" pitchFamily="18" charset="0"/>
                              </a:rPr>
                            </m:ctrlPr>
                          </m:sSubPr>
                          <m:e>
                            <m:r>
                              <a:rPr lang="fr-CH" b="0" i="1" smtClean="0">
                                <a:latin typeface="Cambria Math" panose="02040503050406030204" pitchFamily="18" charset="0"/>
                              </a:rPr>
                              <m:t>𝐿</m:t>
                            </m:r>
                          </m:e>
                          <m:sub>
                            <m:r>
                              <a:rPr lang="fr-CH" b="0" i="1" smtClean="0">
                                <a:latin typeface="Cambria Math" panose="02040503050406030204" pitchFamily="18" charset="0"/>
                              </a:rPr>
                              <m:t>𝑣𝑎𝑙</m:t>
                            </m:r>
                          </m:sub>
                        </m:sSub>
                      </m:oMath>
                    </m:oMathPara>
                  </a14:m>
                  <a:endParaRPr lang="fr-CH" b="0" dirty="0"/>
                </a:p>
              </p:txBody>
            </p:sp>
          </mc:Choice>
          <mc:Fallback xmlns="">
            <p:sp>
              <p:nvSpPr>
                <p:cNvPr id="30" name="Rectangle : coins arrondis 29">
                  <a:extLst>
                    <a:ext uri="{FF2B5EF4-FFF2-40B4-BE49-F238E27FC236}">
                      <a16:creationId xmlns:a16="http://schemas.microsoft.com/office/drawing/2014/main" id="{983C62CD-F679-7041-531A-585E760C01F7}"/>
                    </a:ext>
                  </a:extLst>
                </p:cNvPr>
                <p:cNvSpPr>
                  <a:spLocks noRot="1" noChangeAspect="1" noMove="1" noResize="1" noEditPoints="1" noAdjustHandles="1" noChangeArrowheads="1" noChangeShapeType="1" noTextEdit="1"/>
                </p:cNvSpPr>
                <p:nvPr/>
              </p:nvSpPr>
              <p:spPr>
                <a:xfrm>
                  <a:off x="8692629" y="3447904"/>
                  <a:ext cx="2372085" cy="884104"/>
                </a:xfrm>
                <a:prstGeom prst="roundRect">
                  <a:avLst/>
                </a:prstGeom>
                <a:blipFill>
                  <a:blip r:embed="rId7"/>
                  <a:stretch>
                    <a:fillRect/>
                  </a:stretch>
                </a:blipFill>
              </p:spPr>
              <p:txBody>
                <a:bodyPr/>
                <a:lstStyle/>
                <a:p>
                  <a:r>
                    <a:rPr lang="fr-FR">
                      <a:noFill/>
                    </a:rPr>
                    <a:t> </a:t>
                  </a:r>
                </a:p>
              </p:txBody>
            </p:sp>
          </mc:Fallback>
        </mc:AlternateContent>
        <p:cxnSp>
          <p:nvCxnSpPr>
            <p:cNvPr id="31" name="Connecteur : en angle 30">
              <a:extLst>
                <a:ext uri="{FF2B5EF4-FFF2-40B4-BE49-F238E27FC236}">
                  <a16:creationId xmlns:a16="http://schemas.microsoft.com/office/drawing/2014/main" id="{6D428D9C-76B7-97FD-2ADB-11279404C2C3}"/>
                </a:ext>
              </a:extLst>
            </p:cNvPr>
            <p:cNvCxnSpPr>
              <a:cxnSpLocks/>
              <a:stCxn id="66" idx="0"/>
              <a:endCxn id="5" idx="0"/>
            </p:cNvCxnSpPr>
            <p:nvPr/>
          </p:nvCxnSpPr>
          <p:spPr>
            <a:xfrm rot="16200000" flipH="1" flipV="1">
              <a:off x="7820220" y="-658022"/>
              <a:ext cx="564375" cy="8954196"/>
            </a:xfrm>
            <a:prstGeom prst="bentConnector3">
              <a:avLst>
                <a:gd name="adj1" fmla="val -47766"/>
              </a:avLst>
            </a:prstGeom>
            <a:ln>
              <a:prstDash val="sysDot"/>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 coins arrondis 31">
                  <a:extLst>
                    <a:ext uri="{FF2B5EF4-FFF2-40B4-BE49-F238E27FC236}">
                      <a16:creationId xmlns:a16="http://schemas.microsoft.com/office/drawing/2014/main" id="{5163ADCB-8357-871B-6FAF-821B6F1BB95C}"/>
                    </a:ext>
                  </a:extLst>
                </p:cNvPr>
                <p:cNvSpPr/>
                <p:nvPr/>
              </p:nvSpPr>
              <p:spPr>
                <a:xfrm>
                  <a:off x="8958387" y="4862125"/>
                  <a:ext cx="1840568" cy="884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CH" b="0" i="1" smtClean="0">
                                <a:latin typeface="Cambria Math" panose="02040503050406030204" pitchFamily="18" charset="0"/>
                              </a:rPr>
                            </m:ctrlPr>
                          </m:sSubPr>
                          <m:e>
                            <m:r>
                              <a:rPr lang="fr-CH" b="0" i="1" smtClean="0">
                                <a:latin typeface="Cambria Math" panose="02040503050406030204" pitchFamily="18" charset="0"/>
                              </a:rPr>
                              <m:t>𝐿</m:t>
                            </m:r>
                          </m:e>
                          <m:sub>
                            <m:r>
                              <a:rPr lang="fr-CH" b="0" i="1" smtClean="0">
                                <a:latin typeface="Cambria Math" panose="02040503050406030204" pitchFamily="18" charset="0"/>
                              </a:rPr>
                              <m:t>𝑡𝑟𝑎𝑖𝑛</m:t>
                            </m:r>
                          </m:sub>
                        </m:sSub>
                      </m:oMath>
                    </m:oMathPara>
                  </a14:m>
                  <a:endParaRPr lang="fr-FR" dirty="0"/>
                </a:p>
              </p:txBody>
            </p:sp>
          </mc:Choice>
          <mc:Fallback xmlns="">
            <p:sp>
              <p:nvSpPr>
                <p:cNvPr id="32" name="Rectangle : coins arrondis 31">
                  <a:extLst>
                    <a:ext uri="{FF2B5EF4-FFF2-40B4-BE49-F238E27FC236}">
                      <a16:creationId xmlns:a16="http://schemas.microsoft.com/office/drawing/2014/main" id="{5163ADCB-8357-871B-6FAF-821B6F1BB95C}"/>
                    </a:ext>
                  </a:extLst>
                </p:cNvPr>
                <p:cNvSpPr>
                  <a:spLocks noRot="1" noChangeAspect="1" noMove="1" noResize="1" noEditPoints="1" noAdjustHandles="1" noChangeArrowheads="1" noChangeShapeType="1" noTextEdit="1"/>
                </p:cNvSpPr>
                <p:nvPr/>
              </p:nvSpPr>
              <p:spPr>
                <a:xfrm>
                  <a:off x="8958387" y="4862125"/>
                  <a:ext cx="1840568" cy="884104"/>
                </a:xfrm>
                <a:prstGeom prst="roundRect">
                  <a:avLst/>
                </a:prstGeom>
                <a:blipFill>
                  <a:blip r:embed="rId8"/>
                  <a:stretch>
                    <a:fillRect/>
                  </a:stretch>
                </a:blipFill>
              </p:spPr>
              <p:txBody>
                <a:bodyPr/>
                <a:lstStyle/>
                <a:p>
                  <a:r>
                    <a:rPr lang="fr-FR">
                      <a:noFill/>
                    </a:rPr>
                    <a:t> </a:t>
                  </a:r>
                </a:p>
              </p:txBody>
            </p:sp>
          </mc:Fallback>
        </mc:AlternateContent>
        <p:cxnSp>
          <p:nvCxnSpPr>
            <p:cNvPr id="33" name="Connecteur : en angle 32">
              <a:extLst>
                <a:ext uri="{FF2B5EF4-FFF2-40B4-BE49-F238E27FC236}">
                  <a16:creationId xmlns:a16="http://schemas.microsoft.com/office/drawing/2014/main" id="{85EC2D94-58B5-7BE7-B166-2266F4E7576C}"/>
                </a:ext>
              </a:extLst>
            </p:cNvPr>
            <p:cNvCxnSpPr>
              <a:cxnSpLocks/>
              <a:stCxn id="32" idx="2"/>
              <a:endCxn id="9" idx="4"/>
            </p:cNvCxnSpPr>
            <p:nvPr/>
          </p:nvCxnSpPr>
          <p:spPr>
            <a:xfrm rot="5400000" flipH="1">
              <a:off x="8356799" y="4224358"/>
              <a:ext cx="821297" cy="2222447"/>
            </a:xfrm>
            <a:prstGeom prst="bentConnector3">
              <a:avLst>
                <a:gd name="adj1" fmla="val -27834"/>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34" name="ZoneTexte 33">
              <a:extLst>
                <a:ext uri="{FF2B5EF4-FFF2-40B4-BE49-F238E27FC236}">
                  <a16:creationId xmlns:a16="http://schemas.microsoft.com/office/drawing/2014/main" id="{1F13C35C-A3D8-9A20-1C20-14E31F99AF9F}"/>
                </a:ext>
              </a:extLst>
            </p:cNvPr>
            <p:cNvSpPr txBox="1"/>
            <p:nvPr/>
          </p:nvSpPr>
          <p:spPr>
            <a:xfrm>
              <a:off x="5615686" y="2808520"/>
              <a:ext cx="20728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(H) Gradient flow</a:t>
              </a:r>
            </a:p>
          </p:txBody>
        </p:sp>
        <p:sp>
          <p:nvSpPr>
            <p:cNvPr id="35" name="ZoneTexte 34">
              <a:extLst>
                <a:ext uri="{FF2B5EF4-FFF2-40B4-BE49-F238E27FC236}">
                  <a16:creationId xmlns:a16="http://schemas.microsoft.com/office/drawing/2014/main" id="{C1381645-5EDC-56C5-D050-012352FDF0DA}"/>
                </a:ext>
              </a:extLst>
            </p:cNvPr>
            <p:cNvSpPr txBox="1"/>
            <p:nvPr/>
          </p:nvSpPr>
          <p:spPr>
            <a:xfrm>
              <a:off x="7656224" y="6029339"/>
              <a:ext cx="21004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(S) Gradient flow</a:t>
              </a:r>
            </a:p>
          </p:txBody>
        </p:sp>
        <p:sp>
          <p:nvSpPr>
            <p:cNvPr id="51" name="ZoneTexte 50">
              <a:extLst>
                <a:ext uri="{FF2B5EF4-FFF2-40B4-BE49-F238E27FC236}">
                  <a16:creationId xmlns:a16="http://schemas.microsoft.com/office/drawing/2014/main" id="{F4518307-668A-2B90-7DA9-080AB782775F}"/>
                </a:ext>
              </a:extLst>
            </p:cNvPr>
            <p:cNvSpPr txBox="1"/>
            <p:nvPr/>
          </p:nvSpPr>
          <p:spPr>
            <a:xfrm>
              <a:off x="6031818" y="2453217"/>
              <a:ext cx="9304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MGDA</a:t>
              </a:r>
            </a:p>
          </p:txBody>
        </p:sp>
        <p:cxnSp>
          <p:nvCxnSpPr>
            <p:cNvPr id="57" name="Connecteur droit avec flèche 56">
              <a:extLst>
                <a:ext uri="{FF2B5EF4-FFF2-40B4-BE49-F238E27FC236}">
                  <a16:creationId xmlns:a16="http://schemas.microsoft.com/office/drawing/2014/main" id="{714D1269-4F86-A884-C375-4C3DA5EC7AA8}"/>
                </a:ext>
              </a:extLst>
            </p:cNvPr>
            <p:cNvCxnSpPr>
              <a:cxnSpLocks/>
              <a:stCxn id="5" idx="6"/>
              <a:endCxn id="7" idx="2"/>
            </p:cNvCxnSpPr>
            <p:nvPr/>
          </p:nvCxnSpPr>
          <p:spPr>
            <a:xfrm>
              <a:off x="4071492" y="4506159"/>
              <a:ext cx="5344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C1E61975-32E5-4493-9F1B-D76A106AF8FB}"/>
                </a:ext>
              </a:extLst>
            </p:cNvPr>
            <p:cNvCxnSpPr>
              <a:cxnSpLocks/>
              <a:stCxn id="7" idx="6"/>
              <a:endCxn id="28" idx="1"/>
            </p:cNvCxnSpPr>
            <p:nvPr/>
          </p:nvCxnSpPr>
          <p:spPr>
            <a:xfrm>
              <a:off x="5498275" y="4506159"/>
              <a:ext cx="480480" cy="89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Connecteur droit avec flèche 63">
              <a:extLst>
                <a:ext uri="{FF2B5EF4-FFF2-40B4-BE49-F238E27FC236}">
                  <a16:creationId xmlns:a16="http://schemas.microsoft.com/office/drawing/2014/main" id="{EEBED55B-B78F-A8FB-C59E-728D2348839B}"/>
                </a:ext>
              </a:extLst>
            </p:cNvPr>
            <p:cNvCxnSpPr>
              <a:cxnSpLocks/>
              <a:stCxn id="28" idx="3"/>
              <a:endCxn id="9" idx="2"/>
            </p:cNvCxnSpPr>
            <p:nvPr/>
          </p:nvCxnSpPr>
          <p:spPr>
            <a:xfrm>
              <a:off x="6638459" y="4515101"/>
              <a:ext cx="571582" cy="4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ZoneTexte 74">
              <a:extLst>
                <a:ext uri="{FF2B5EF4-FFF2-40B4-BE49-F238E27FC236}">
                  <a16:creationId xmlns:a16="http://schemas.microsoft.com/office/drawing/2014/main" id="{4741FC14-6A6E-C37F-735A-F5FC7035C87A}"/>
                </a:ext>
              </a:extLst>
            </p:cNvPr>
            <p:cNvSpPr txBox="1"/>
            <p:nvPr/>
          </p:nvSpPr>
          <p:spPr>
            <a:xfrm>
              <a:off x="6767343" y="4173826"/>
              <a:ext cx="194880" cy="3674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solidFill>
                    <a:schemeClr val="tx2"/>
                  </a:solidFill>
                </a:rPr>
                <a:t>a</a:t>
              </a:r>
            </a:p>
          </p:txBody>
        </p:sp>
        <p:cxnSp>
          <p:nvCxnSpPr>
            <p:cNvPr id="77" name="Connecteur : en angle 76">
              <a:extLst>
                <a:ext uri="{FF2B5EF4-FFF2-40B4-BE49-F238E27FC236}">
                  <a16:creationId xmlns:a16="http://schemas.microsoft.com/office/drawing/2014/main" id="{1A3DDA0C-3AC3-E58A-2B1E-BD5816FD5C3F}"/>
                </a:ext>
              </a:extLst>
            </p:cNvPr>
            <p:cNvCxnSpPr>
              <a:cxnSpLocks/>
              <a:stCxn id="9" idx="6"/>
              <a:endCxn id="30" idx="1"/>
            </p:cNvCxnSpPr>
            <p:nvPr/>
          </p:nvCxnSpPr>
          <p:spPr>
            <a:xfrm flipV="1">
              <a:off x="8102407" y="3889956"/>
              <a:ext cx="590222" cy="63008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Connecteur : en angle 79">
              <a:extLst>
                <a:ext uri="{FF2B5EF4-FFF2-40B4-BE49-F238E27FC236}">
                  <a16:creationId xmlns:a16="http://schemas.microsoft.com/office/drawing/2014/main" id="{5BEA6502-3590-A297-4B3D-AD9FFB23E775}"/>
                </a:ext>
              </a:extLst>
            </p:cNvPr>
            <p:cNvCxnSpPr>
              <a:cxnSpLocks/>
              <a:stCxn id="9" idx="6"/>
              <a:endCxn id="32" idx="1"/>
            </p:cNvCxnSpPr>
            <p:nvPr/>
          </p:nvCxnSpPr>
          <p:spPr>
            <a:xfrm>
              <a:off x="8102407" y="4520038"/>
              <a:ext cx="855980" cy="784139"/>
            </a:xfrm>
            <a:prstGeom prst="bentConnector3">
              <a:avLst>
                <a:gd name="adj1" fmla="val 3442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Rectangle : coins arrondis 1">
                  <a:extLst>
                    <a:ext uri="{FF2B5EF4-FFF2-40B4-BE49-F238E27FC236}">
                      <a16:creationId xmlns:a16="http://schemas.microsoft.com/office/drawing/2014/main" id="{20C48361-D770-6C2D-FB90-00195DF38F81}"/>
                    </a:ext>
                  </a:extLst>
                </p:cNvPr>
                <p:cNvSpPr/>
                <p:nvPr/>
              </p:nvSpPr>
              <p:spPr>
                <a:xfrm>
                  <a:off x="807041" y="5054593"/>
                  <a:ext cx="1600200" cy="5619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b="0" i="1" smtClean="0">
                            <a:latin typeface="Cambria Math" panose="02040503050406030204" pitchFamily="18" charset="0"/>
                          </a:rPr>
                          <m:t>𝐷𝑒𝑣𝑖𝑐𝑒𝑠</m:t>
                        </m:r>
                        <m:r>
                          <a:rPr lang="fr-CH" b="0" i="0" smtClean="0">
                            <a:latin typeface="Cambria Math" panose="02040503050406030204" pitchFamily="18" charset="0"/>
                          </a:rPr>
                          <m:t> </m:t>
                        </m:r>
                        <m:sSub>
                          <m:sSubPr>
                            <m:ctrlPr>
                              <a:rPr lang="fr-CH" b="0" i="1" smtClean="0">
                                <a:latin typeface="Cambria Math" panose="02040503050406030204" pitchFamily="18" charset="0"/>
                              </a:rPr>
                            </m:ctrlPr>
                          </m:sSubPr>
                          <m:e>
                            <m:r>
                              <m:rPr>
                                <m:sty m:val="p"/>
                              </m:rPr>
                              <a:rPr lang="fr-CH" b="0" i="0" smtClean="0">
                                <a:latin typeface="Cambria Math" panose="02040503050406030204" pitchFamily="18" charset="0"/>
                              </a:rPr>
                              <m:t>d</m:t>
                            </m:r>
                          </m:e>
                          <m:sub>
                            <m:r>
                              <m:rPr>
                                <m:sty m:val="p"/>
                              </m:rPr>
                              <a:rPr lang="fr-CH" b="0" i="0" smtClean="0">
                                <a:latin typeface="Cambria Math" panose="02040503050406030204" pitchFamily="18" charset="0"/>
                              </a:rPr>
                              <m:t>t</m:t>
                            </m:r>
                          </m:sub>
                        </m:sSub>
                      </m:oMath>
                    </m:oMathPara>
                  </a14:m>
                  <a:endParaRPr lang="fr-FR" dirty="0"/>
                </a:p>
              </p:txBody>
            </p:sp>
          </mc:Choice>
          <mc:Fallback xmlns="">
            <p:sp>
              <p:nvSpPr>
                <p:cNvPr id="2" name="Rectangle : coins arrondis 1">
                  <a:extLst>
                    <a:ext uri="{FF2B5EF4-FFF2-40B4-BE49-F238E27FC236}">
                      <a16:creationId xmlns:a16="http://schemas.microsoft.com/office/drawing/2014/main" id="{20C48361-D770-6C2D-FB90-00195DF38F81}"/>
                    </a:ext>
                  </a:extLst>
                </p:cNvPr>
                <p:cNvSpPr>
                  <a:spLocks noRot="1" noChangeAspect="1" noMove="1" noResize="1" noEditPoints="1" noAdjustHandles="1" noChangeArrowheads="1" noChangeShapeType="1" noTextEdit="1"/>
                </p:cNvSpPr>
                <p:nvPr/>
              </p:nvSpPr>
              <p:spPr>
                <a:xfrm>
                  <a:off x="807041" y="5054593"/>
                  <a:ext cx="1600200" cy="561975"/>
                </a:xfrm>
                <a:prstGeom prst="roundRect">
                  <a:avLst/>
                </a:prstGeom>
                <a:blipFill>
                  <a:blip r:embed="rId9"/>
                  <a:stretch>
                    <a:fillRect/>
                  </a:stretch>
                </a:blipFill>
              </p:spPr>
              <p:txBody>
                <a:bodyPr/>
                <a:lstStyle/>
                <a:p>
                  <a:r>
                    <a:rPr lang="fr-FR">
                      <a:noFill/>
                    </a:rPr>
                    <a:t> </a:t>
                  </a:r>
                </a:p>
              </p:txBody>
            </p:sp>
          </mc:Fallback>
        </mc:AlternateContent>
        <p:cxnSp>
          <p:nvCxnSpPr>
            <p:cNvPr id="8" name="Connecteur : en angle 7">
              <a:extLst>
                <a:ext uri="{FF2B5EF4-FFF2-40B4-BE49-F238E27FC236}">
                  <a16:creationId xmlns:a16="http://schemas.microsoft.com/office/drawing/2014/main" id="{348D15FB-296A-0D15-CE96-ADFF8DE9829B}"/>
                </a:ext>
              </a:extLst>
            </p:cNvPr>
            <p:cNvCxnSpPr>
              <a:cxnSpLocks/>
              <a:stCxn id="2" idx="3"/>
              <a:endCxn id="5" idx="2"/>
            </p:cNvCxnSpPr>
            <p:nvPr/>
          </p:nvCxnSpPr>
          <p:spPr>
            <a:xfrm flipV="1">
              <a:off x="2407241" y="4506159"/>
              <a:ext cx="771885" cy="82942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necteur : en angle 11">
              <a:extLst>
                <a:ext uri="{FF2B5EF4-FFF2-40B4-BE49-F238E27FC236}">
                  <a16:creationId xmlns:a16="http://schemas.microsoft.com/office/drawing/2014/main" id="{1397D078-610C-5D4F-1900-2FE38C90A9EE}"/>
                </a:ext>
              </a:extLst>
            </p:cNvPr>
            <p:cNvCxnSpPr>
              <a:cxnSpLocks/>
              <a:stCxn id="26" idx="3"/>
              <a:endCxn id="5" idx="2"/>
            </p:cNvCxnSpPr>
            <p:nvPr/>
          </p:nvCxnSpPr>
          <p:spPr>
            <a:xfrm>
              <a:off x="2407241" y="4076555"/>
              <a:ext cx="771885" cy="42960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8" name="Rectangle : coins arrondis 17">
                <a:extLst>
                  <a:ext uri="{FF2B5EF4-FFF2-40B4-BE49-F238E27FC236}">
                    <a16:creationId xmlns:a16="http://schemas.microsoft.com/office/drawing/2014/main" id="{8A15EB35-FE70-0597-46D4-BA5BA147986F}"/>
                  </a:ext>
                </a:extLst>
              </p:cNvPr>
              <p:cNvSpPr/>
              <p:nvPr/>
            </p:nvSpPr>
            <p:spPr>
              <a:xfrm>
                <a:off x="6312578" y="6247715"/>
                <a:ext cx="1967534" cy="47654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b="0" i="1" smtClean="0">
                          <a:latin typeface="Cambria Math" panose="02040503050406030204" pitchFamily="18" charset="0"/>
                        </a:rPr>
                        <m:t>𝑀𝑒𝑡𝑎𝑃𝑟𝑒𝑑𝑖𝑐𝑡𝑜𝑟</m:t>
                      </m:r>
                    </m:oMath>
                  </m:oMathPara>
                </a14:m>
                <a:endParaRPr lang="fr-FR" dirty="0"/>
              </a:p>
            </p:txBody>
          </p:sp>
        </mc:Choice>
        <mc:Fallback xmlns="">
          <p:sp>
            <p:nvSpPr>
              <p:cNvPr id="18" name="Rectangle : coins arrondis 17">
                <a:extLst>
                  <a:ext uri="{FF2B5EF4-FFF2-40B4-BE49-F238E27FC236}">
                    <a16:creationId xmlns:a16="http://schemas.microsoft.com/office/drawing/2014/main" id="{8A15EB35-FE70-0597-46D4-BA5BA147986F}"/>
                  </a:ext>
                </a:extLst>
              </p:cNvPr>
              <p:cNvSpPr>
                <a:spLocks noRot="1" noChangeAspect="1" noMove="1" noResize="1" noEditPoints="1" noAdjustHandles="1" noChangeArrowheads="1" noChangeShapeType="1" noTextEdit="1"/>
              </p:cNvSpPr>
              <p:nvPr/>
            </p:nvSpPr>
            <p:spPr>
              <a:xfrm>
                <a:off x="6312578" y="6247715"/>
                <a:ext cx="1967534" cy="476548"/>
              </a:xfrm>
              <a:prstGeom prst="roundRect">
                <a:avLst/>
              </a:prstGeom>
              <a:blipFill>
                <a:blip r:embed="rId10"/>
                <a:stretch>
                  <a:fillRect/>
                </a:stretch>
              </a:blipFill>
            </p:spPr>
            <p:txBody>
              <a:bodyPr/>
              <a:lstStyle/>
              <a:p>
                <a:r>
                  <a:rPr lang="fr-FR">
                    <a:noFill/>
                  </a:rPr>
                  <a:t> </a:t>
                </a:r>
              </a:p>
            </p:txBody>
          </p:sp>
        </mc:Fallback>
      </mc:AlternateContent>
      <p:cxnSp>
        <p:nvCxnSpPr>
          <p:cNvPr id="19" name="Connecteur : en angle 18">
            <a:extLst>
              <a:ext uri="{FF2B5EF4-FFF2-40B4-BE49-F238E27FC236}">
                <a16:creationId xmlns:a16="http://schemas.microsoft.com/office/drawing/2014/main" id="{1FB74DFE-DB2C-D9A4-D29F-E72BC5EF04CF}"/>
              </a:ext>
            </a:extLst>
          </p:cNvPr>
          <p:cNvCxnSpPr>
            <a:cxnSpLocks/>
            <a:endCxn id="18" idx="1"/>
          </p:cNvCxnSpPr>
          <p:nvPr/>
        </p:nvCxnSpPr>
        <p:spPr>
          <a:xfrm rot="16200000" flipH="1">
            <a:off x="5114320" y="5287731"/>
            <a:ext cx="2179938" cy="21657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Rectangle : coins arrondis 21">
                <a:extLst>
                  <a:ext uri="{FF2B5EF4-FFF2-40B4-BE49-F238E27FC236}">
                    <a16:creationId xmlns:a16="http://schemas.microsoft.com/office/drawing/2014/main" id="{4EBAF6DF-DC06-DE4F-B057-406EF205242C}"/>
                  </a:ext>
                </a:extLst>
              </p:cNvPr>
              <p:cNvSpPr/>
              <p:nvPr/>
            </p:nvSpPr>
            <p:spPr>
              <a:xfrm>
                <a:off x="9780608" y="5501252"/>
                <a:ext cx="1527858" cy="60514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CH" b="0" i="1" smtClean="0">
                              <a:latin typeface="Cambria Math" panose="02040503050406030204" pitchFamily="18" charset="0"/>
                            </a:rPr>
                          </m:ctrlPr>
                        </m:sSubPr>
                        <m:e>
                          <m:r>
                            <a:rPr lang="fr-CH" b="0" i="1" smtClean="0">
                              <a:latin typeface="Cambria Math" panose="02040503050406030204" pitchFamily="18" charset="0"/>
                            </a:rPr>
                            <m:t>𝐿</m:t>
                          </m:r>
                        </m:e>
                        <m:sub>
                          <m:r>
                            <a:rPr lang="fr-CH" b="0" i="1" smtClean="0">
                              <a:latin typeface="Cambria Math" panose="02040503050406030204" pitchFamily="18" charset="0"/>
                            </a:rPr>
                            <m:t>𝐿𝑎𝑡𝑒𝑛𝑐𝑦</m:t>
                          </m:r>
                        </m:sub>
                      </m:sSub>
                    </m:oMath>
                  </m:oMathPara>
                </a14:m>
                <a:endParaRPr lang="fr-CH" b="0" dirty="0"/>
              </a:p>
            </p:txBody>
          </p:sp>
        </mc:Choice>
        <mc:Fallback xmlns="">
          <p:sp>
            <p:nvSpPr>
              <p:cNvPr id="22" name="Rectangle : coins arrondis 21">
                <a:extLst>
                  <a:ext uri="{FF2B5EF4-FFF2-40B4-BE49-F238E27FC236}">
                    <a16:creationId xmlns:a16="http://schemas.microsoft.com/office/drawing/2014/main" id="{4EBAF6DF-DC06-DE4F-B057-406EF205242C}"/>
                  </a:ext>
                </a:extLst>
              </p:cNvPr>
              <p:cNvSpPr>
                <a:spLocks noRot="1" noChangeAspect="1" noMove="1" noResize="1" noEditPoints="1" noAdjustHandles="1" noChangeArrowheads="1" noChangeShapeType="1" noTextEdit="1"/>
              </p:cNvSpPr>
              <p:nvPr/>
            </p:nvSpPr>
            <p:spPr>
              <a:xfrm>
                <a:off x="9780608" y="5501252"/>
                <a:ext cx="1527858" cy="605140"/>
              </a:xfrm>
              <a:prstGeom prst="roundRect">
                <a:avLst/>
              </a:prstGeom>
              <a:blipFill>
                <a:blip r:embed="rId1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Rectangle : coins arrondis 22">
                <a:extLst>
                  <a:ext uri="{FF2B5EF4-FFF2-40B4-BE49-F238E27FC236}">
                    <a16:creationId xmlns:a16="http://schemas.microsoft.com/office/drawing/2014/main" id="{23902F68-9501-F391-0698-CB4B47258C44}"/>
                  </a:ext>
                </a:extLst>
              </p:cNvPr>
              <p:cNvSpPr/>
              <p:nvPr/>
            </p:nvSpPr>
            <p:spPr>
              <a:xfrm>
                <a:off x="9780608" y="6188337"/>
                <a:ext cx="1527858" cy="60514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CH" b="0" i="1" smtClean="0">
                              <a:latin typeface="Cambria Math" panose="02040503050406030204" pitchFamily="18" charset="0"/>
                            </a:rPr>
                          </m:ctrlPr>
                        </m:sSubPr>
                        <m:e>
                          <m:r>
                            <a:rPr lang="fr-CH" b="0" i="1" smtClean="0">
                              <a:latin typeface="Cambria Math" panose="02040503050406030204" pitchFamily="18" charset="0"/>
                            </a:rPr>
                            <m:t>𝐿</m:t>
                          </m:r>
                        </m:e>
                        <m:sub>
                          <m:r>
                            <a:rPr lang="fr-CH" b="0" i="1" smtClean="0">
                              <a:latin typeface="Cambria Math" panose="02040503050406030204" pitchFamily="18" charset="0"/>
                            </a:rPr>
                            <m:t>𝐸𝑛𝑒𝑟𝑔𝑦</m:t>
                          </m:r>
                        </m:sub>
                      </m:sSub>
                    </m:oMath>
                  </m:oMathPara>
                </a14:m>
                <a:endParaRPr lang="fr-CH" b="0" dirty="0"/>
              </a:p>
            </p:txBody>
          </p:sp>
        </mc:Choice>
        <mc:Fallback xmlns="">
          <p:sp>
            <p:nvSpPr>
              <p:cNvPr id="23" name="Rectangle : coins arrondis 22">
                <a:extLst>
                  <a:ext uri="{FF2B5EF4-FFF2-40B4-BE49-F238E27FC236}">
                    <a16:creationId xmlns:a16="http://schemas.microsoft.com/office/drawing/2014/main" id="{23902F68-9501-F391-0698-CB4B47258C44}"/>
                  </a:ext>
                </a:extLst>
              </p:cNvPr>
              <p:cNvSpPr>
                <a:spLocks noRot="1" noChangeAspect="1" noMove="1" noResize="1" noEditPoints="1" noAdjustHandles="1" noChangeArrowheads="1" noChangeShapeType="1" noTextEdit="1"/>
              </p:cNvSpPr>
              <p:nvPr/>
            </p:nvSpPr>
            <p:spPr>
              <a:xfrm>
                <a:off x="9780608" y="6188337"/>
                <a:ext cx="1527858" cy="605140"/>
              </a:xfrm>
              <a:prstGeom prst="roundRect">
                <a:avLst/>
              </a:prstGeom>
              <a:blipFill>
                <a:blip r:embed="rId12"/>
                <a:stretch>
                  <a:fillRect/>
                </a:stretch>
              </a:blipFill>
            </p:spPr>
            <p:txBody>
              <a:bodyPr/>
              <a:lstStyle/>
              <a:p>
                <a:r>
                  <a:rPr lang="fr-FR">
                    <a:noFill/>
                  </a:rPr>
                  <a:t> </a:t>
                </a:r>
              </a:p>
            </p:txBody>
          </p:sp>
        </mc:Fallback>
      </mc:AlternateContent>
      <p:cxnSp>
        <p:nvCxnSpPr>
          <p:cNvPr id="24" name="Connecteur : en angle 23">
            <a:extLst>
              <a:ext uri="{FF2B5EF4-FFF2-40B4-BE49-F238E27FC236}">
                <a16:creationId xmlns:a16="http://schemas.microsoft.com/office/drawing/2014/main" id="{C719AFAC-2770-4AC5-403D-85446D53BEEA}"/>
              </a:ext>
            </a:extLst>
          </p:cNvPr>
          <p:cNvCxnSpPr>
            <a:cxnSpLocks/>
            <a:stCxn id="18" idx="3"/>
            <a:endCxn id="23" idx="1"/>
          </p:cNvCxnSpPr>
          <p:nvPr/>
        </p:nvCxnSpPr>
        <p:spPr>
          <a:xfrm>
            <a:off x="8280112" y="6485989"/>
            <a:ext cx="1500496" cy="491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eur : en angle 28">
            <a:extLst>
              <a:ext uri="{FF2B5EF4-FFF2-40B4-BE49-F238E27FC236}">
                <a16:creationId xmlns:a16="http://schemas.microsoft.com/office/drawing/2014/main" id="{62DC6B0A-45BA-0701-4F55-0E5D8FD73211}"/>
              </a:ext>
            </a:extLst>
          </p:cNvPr>
          <p:cNvCxnSpPr>
            <a:cxnSpLocks/>
            <a:stCxn id="18" idx="3"/>
            <a:endCxn id="22" idx="1"/>
          </p:cNvCxnSpPr>
          <p:nvPr/>
        </p:nvCxnSpPr>
        <p:spPr>
          <a:xfrm flipV="1">
            <a:off x="8280112" y="5803822"/>
            <a:ext cx="1500496" cy="682167"/>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eur : en angle 44">
            <a:extLst>
              <a:ext uri="{FF2B5EF4-FFF2-40B4-BE49-F238E27FC236}">
                <a16:creationId xmlns:a16="http://schemas.microsoft.com/office/drawing/2014/main" id="{4BFE4A2B-02E7-AEA7-31C5-9716597A027B}"/>
              </a:ext>
            </a:extLst>
          </p:cNvPr>
          <p:cNvCxnSpPr>
            <a:cxnSpLocks/>
            <a:stCxn id="22" idx="3"/>
            <a:endCxn id="66" idx="2"/>
          </p:cNvCxnSpPr>
          <p:nvPr/>
        </p:nvCxnSpPr>
        <p:spPr>
          <a:xfrm flipH="1" flipV="1">
            <a:off x="11131409" y="4093046"/>
            <a:ext cx="177057" cy="1710776"/>
          </a:xfrm>
          <a:prstGeom prst="bentConnector4">
            <a:avLst>
              <a:gd name="adj1" fmla="val -129111"/>
              <a:gd name="adj2" fmla="val 5884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 en angle 48">
            <a:extLst>
              <a:ext uri="{FF2B5EF4-FFF2-40B4-BE49-F238E27FC236}">
                <a16:creationId xmlns:a16="http://schemas.microsoft.com/office/drawing/2014/main" id="{10C3BE1A-90CD-381A-D624-CA8F08762AEE}"/>
              </a:ext>
            </a:extLst>
          </p:cNvPr>
          <p:cNvCxnSpPr>
            <a:cxnSpLocks/>
            <a:stCxn id="23" idx="3"/>
            <a:endCxn id="66" idx="2"/>
          </p:cNvCxnSpPr>
          <p:nvPr/>
        </p:nvCxnSpPr>
        <p:spPr>
          <a:xfrm flipH="1" flipV="1">
            <a:off x="11131409" y="4093046"/>
            <a:ext cx="177057" cy="2397861"/>
          </a:xfrm>
          <a:prstGeom prst="bentConnector4">
            <a:avLst>
              <a:gd name="adj1" fmla="val -129111"/>
              <a:gd name="adj2" fmla="val 7079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Connecteur : en angle 61">
            <a:extLst>
              <a:ext uri="{FF2B5EF4-FFF2-40B4-BE49-F238E27FC236}">
                <a16:creationId xmlns:a16="http://schemas.microsoft.com/office/drawing/2014/main" id="{D6E737FE-B98D-44E4-4091-F1EE02EE2417}"/>
              </a:ext>
            </a:extLst>
          </p:cNvPr>
          <p:cNvCxnSpPr>
            <a:cxnSpLocks/>
            <a:stCxn id="30" idx="3"/>
            <a:endCxn id="66" idx="1"/>
          </p:cNvCxnSpPr>
          <p:nvPr/>
        </p:nvCxnSpPr>
        <p:spPr>
          <a:xfrm>
            <a:off x="9780608" y="3787302"/>
            <a:ext cx="586872" cy="317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6" name="Rectangle : coins arrondis 65">
                <a:extLst>
                  <a:ext uri="{FF2B5EF4-FFF2-40B4-BE49-F238E27FC236}">
                    <a16:creationId xmlns:a16="http://schemas.microsoft.com/office/drawing/2014/main" id="{7FA4D42E-0696-DD7F-1495-A02457C41F38}"/>
                  </a:ext>
                </a:extLst>
              </p:cNvPr>
              <p:cNvSpPr/>
              <p:nvPr/>
            </p:nvSpPr>
            <p:spPr>
              <a:xfrm>
                <a:off x="10367480" y="3487906"/>
                <a:ext cx="1527858" cy="6051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CH" sz="1400" i="1">
                          <a:latin typeface="Cambria Math" panose="02040503050406030204" pitchFamily="18" charset="0"/>
                        </a:rPr>
                        <m:t>𝑆𝑐𝑎𝑙𝑎𝑟𝑖𝑧𝑒𝑑</m:t>
                      </m:r>
                      <m:r>
                        <a:rPr lang="fr-CH" sz="1400" i="1">
                          <a:latin typeface="Cambria Math" panose="02040503050406030204" pitchFamily="18" charset="0"/>
                        </a:rPr>
                        <m:t> </m:t>
                      </m:r>
                      <m:r>
                        <a:rPr lang="fr-CH" sz="1400" i="1">
                          <a:latin typeface="Cambria Math" panose="02040503050406030204" pitchFamily="18" charset="0"/>
                        </a:rPr>
                        <m:t>𝐿𝑜𝑠𝑠</m:t>
                      </m:r>
                    </m:oMath>
                  </m:oMathPara>
                </a14:m>
                <a:endParaRPr lang="fr-CH" sz="1400" i="1" dirty="0">
                  <a:latin typeface="Cambria Math" panose="02040503050406030204" pitchFamily="18" charset="0"/>
                </a:endParaRPr>
              </a:p>
            </p:txBody>
          </p:sp>
        </mc:Choice>
        <mc:Fallback xmlns="">
          <p:sp>
            <p:nvSpPr>
              <p:cNvPr id="66" name="Rectangle : coins arrondis 65">
                <a:extLst>
                  <a:ext uri="{FF2B5EF4-FFF2-40B4-BE49-F238E27FC236}">
                    <a16:creationId xmlns:a16="http://schemas.microsoft.com/office/drawing/2014/main" id="{7FA4D42E-0696-DD7F-1495-A02457C41F38}"/>
                  </a:ext>
                </a:extLst>
              </p:cNvPr>
              <p:cNvSpPr>
                <a:spLocks noRot="1" noChangeAspect="1" noMove="1" noResize="1" noEditPoints="1" noAdjustHandles="1" noChangeArrowheads="1" noChangeShapeType="1" noTextEdit="1"/>
              </p:cNvSpPr>
              <p:nvPr/>
            </p:nvSpPr>
            <p:spPr>
              <a:xfrm>
                <a:off x="10367480" y="3487906"/>
                <a:ext cx="1527858" cy="605140"/>
              </a:xfrm>
              <a:prstGeom prst="roundRect">
                <a:avLst/>
              </a:prstGeom>
              <a:blipFill>
                <a:blip r:embed="rId13"/>
                <a:stretch>
                  <a:fillRect/>
                </a:stretch>
              </a:blipFill>
            </p:spPr>
            <p:txBody>
              <a:bodyPr/>
              <a:lstStyle/>
              <a:p>
                <a:r>
                  <a:rPr lang="fr-CH">
                    <a:noFill/>
                  </a:rPr>
                  <a:t> </a:t>
                </a:r>
              </a:p>
            </p:txBody>
          </p:sp>
        </mc:Fallback>
      </mc:AlternateContent>
    </p:spTree>
    <p:extLst>
      <p:ext uri="{BB962C8B-B14F-4D97-AF65-F5344CB8AC3E}">
        <p14:creationId xmlns:p14="http://schemas.microsoft.com/office/powerpoint/2010/main" val="2009703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E2671-F4AD-D9B7-374C-BAFC7C9537D8}"/>
            </a:ext>
          </a:extLst>
        </p:cNvPr>
        <p:cNvGrpSpPr/>
        <p:nvPr/>
      </p:nvGrpSpPr>
      <p:grpSpPr>
        <a:xfrm>
          <a:off x="0" y="0"/>
          <a:ext cx="0" cy="0"/>
          <a:chOff x="0" y="0"/>
          <a:chExt cx="0" cy="0"/>
        </a:xfrm>
      </p:grpSpPr>
      <p:pic>
        <p:nvPicPr>
          <p:cNvPr id="9" name="Image 8" descr="Une image contenant texte, cercle, diagramme, capture d’écran&#10;&#10;Le contenu généré par l’IA peut être incorrect.">
            <a:extLst>
              <a:ext uri="{FF2B5EF4-FFF2-40B4-BE49-F238E27FC236}">
                <a16:creationId xmlns:a16="http://schemas.microsoft.com/office/drawing/2014/main" id="{9F6BEBD2-952B-3236-4E6B-9B8FFE385718}"/>
              </a:ext>
            </a:extLst>
          </p:cNvPr>
          <p:cNvPicPr>
            <a:picLocks noChangeAspect="1"/>
          </p:cNvPicPr>
          <p:nvPr/>
        </p:nvPicPr>
        <p:blipFill>
          <a:blip r:embed="rId3">
            <a:extLst>
              <a:ext uri="{28A0092B-C50C-407E-A947-70E740481C1C}">
                <a14:useLocalDpi xmlns:a14="http://schemas.microsoft.com/office/drawing/2010/main" val="0"/>
              </a:ext>
            </a:extLst>
          </a:blip>
          <a:srcRect r="3440" b="31953"/>
          <a:stretch/>
        </p:blipFill>
        <p:spPr>
          <a:xfrm>
            <a:off x="5696709" y="1608881"/>
            <a:ext cx="5248298" cy="4987746"/>
          </a:xfrm>
          <a:prstGeom prst="rect">
            <a:avLst/>
          </a:prstGeom>
        </p:spPr>
      </p:pic>
      <p:sp>
        <p:nvSpPr>
          <p:cNvPr id="3" name="Espace réservé du numéro de diapositive 2">
            <a:extLst>
              <a:ext uri="{FF2B5EF4-FFF2-40B4-BE49-F238E27FC236}">
                <a16:creationId xmlns:a16="http://schemas.microsoft.com/office/drawing/2014/main" id="{F828BFDF-FF9E-F1D3-3646-653F61788A38}"/>
              </a:ext>
            </a:extLst>
          </p:cNvPr>
          <p:cNvSpPr>
            <a:spLocks noGrp="1"/>
          </p:cNvSpPr>
          <p:nvPr>
            <p:ph type="sldNum" sz="quarter" idx="16"/>
          </p:nvPr>
        </p:nvSpPr>
        <p:spPr/>
        <p:txBody>
          <a:bodyPr/>
          <a:lstStyle/>
          <a:p>
            <a:fld id="{167A0328-A2CC-4110-85D0-A410FFB4F3E3}" type="slidenum">
              <a:rPr lang="fr-FR" smtClean="0"/>
              <a:pPr/>
              <a:t>42</a:t>
            </a:fld>
            <a:endParaRPr lang="fr-FR" dirty="0"/>
          </a:p>
        </p:txBody>
      </p:sp>
      <p:sp>
        <p:nvSpPr>
          <p:cNvPr id="4" name="Titre 3">
            <a:extLst>
              <a:ext uri="{FF2B5EF4-FFF2-40B4-BE49-F238E27FC236}">
                <a16:creationId xmlns:a16="http://schemas.microsoft.com/office/drawing/2014/main" id="{9720080C-8CFB-3EDC-A736-8E7B0438898D}"/>
              </a:ext>
            </a:extLst>
          </p:cNvPr>
          <p:cNvSpPr>
            <a:spLocks noGrp="1"/>
          </p:cNvSpPr>
          <p:nvPr>
            <p:ph type="title"/>
          </p:nvPr>
        </p:nvSpPr>
        <p:spPr/>
        <p:txBody>
          <a:bodyPr>
            <a:normAutofit/>
          </a:bodyPr>
          <a:lstStyle/>
          <a:p>
            <a:r>
              <a:rPr lang="fr-CH" dirty="0"/>
              <a:t>MODNAS RESULT</a:t>
            </a:r>
          </a:p>
        </p:txBody>
      </p:sp>
      <p:sp>
        <p:nvSpPr>
          <p:cNvPr id="16" name="ZoneTexte 15">
            <a:extLst>
              <a:ext uri="{FF2B5EF4-FFF2-40B4-BE49-F238E27FC236}">
                <a16:creationId xmlns:a16="http://schemas.microsoft.com/office/drawing/2014/main" id="{59BFF425-5832-C3BA-7A3B-266A01F07F4C}"/>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7EC9E319-1A03-DE91-9100-61F82DA58DA7}"/>
              </a:ext>
            </a:extLst>
          </p:cNvPr>
          <p:cNvSpPr>
            <a:spLocks noGrp="1"/>
          </p:cNvSpPr>
          <p:nvPr>
            <p:ph sz="quarter" idx="13"/>
          </p:nvPr>
        </p:nvSpPr>
        <p:spPr>
          <a:xfrm>
            <a:off x="901700" y="2313542"/>
            <a:ext cx="10956925" cy="515383"/>
          </a:xfrm>
        </p:spPr>
        <p:txBody>
          <a:bodyPr/>
          <a:lstStyle/>
          <a:p>
            <a:pPr marL="0" indent="0">
              <a:buNone/>
            </a:pPr>
            <a:r>
              <a:rPr lang="fr-CH" dirty="0"/>
              <a:t>MODNAS </a:t>
            </a:r>
            <a:r>
              <a:rPr lang="fr-CH" dirty="0" err="1"/>
              <a:t>Results</a:t>
            </a:r>
            <a:endParaRPr lang="fr-FR" dirty="0"/>
          </a:p>
        </p:txBody>
      </p:sp>
      <p:pic>
        <p:nvPicPr>
          <p:cNvPr id="10" name="Image 9" descr="Une image contenant texte, cercle, diagramme, capture d’écran&#10;&#10;Le contenu généré par l’IA peut être incorrect.">
            <a:extLst>
              <a:ext uri="{FF2B5EF4-FFF2-40B4-BE49-F238E27FC236}">
                <a16:creationId xmlns:a16="http://schemas.microsoft.com/office/drawing/2014/main" id="{342A77C8-2A6A-E7B3-9514-42E92322683F}"/>
              </a:ext>
            </a:extLst>
          </p:cNvPr>
          <p:cNvPicPr>
            <a:picLocks noChangeAspect="1"/>
          </p:cNvPicPr>
          <p:nvPr/>
        </p:nvPicPr>
        <p:blipFill>
          <a:blip r:embed="rId3">
            <a:extLst>
              <a:ext uri="{28A0092B-C50C-407E-A947-70E740481C1C}">
                <a14:useLocalDpi xmlns:a14="http://schemas.microsoft.com/office/drawing/2010/main" val="0"/>
              </a:ext>
            </a:extLst>
          </a:blip>
          <a:srcRect t="68447" r="3440"/>
          <a:stretch/>
        </p:blipFill>
        <p:spPr>
          <a:xfrm>
            <a:off x="705295" y="3489855"/>
            <a:ext cx="4910391" cy="2163917"/>
          </a:xfrm>
          <a:prstGeom prst="rect">
            <a:avLst/>
          </a:prstGeom>
        </p:spPr>
      </p:pic>
    </p:spTree>
    <p:extLst>
      <p:ext uri="{BB962C8B-B14F-4D97-AF65-F5344CB8AC3E}">
        <p14:creationId xmlns:p14="http://schemas.microsoft.com/office/powerpoint/2010/main" val="480907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F6FFF-4FBB-FD26-5DBC-B2021CC8EC9E}"/>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1588610C-28F2-300F-1101-6D55FD31863A}"/>
              </a:ext>
            </a:extLst>
          </p:cNvPr>
          <p:cNvSpPr>
            <a:spLocks noGrp="1"/>
          </p:cNvSpPr>
          <p:nvPr>
            <p:ph type="sldNum" sz="quarter" idx="16"/>
          </p:nvPr>
        </p:nvSpPr>
        <p:spPr/>
        <p:txBody>
          <a:bodyPr/>
          <a:lstStyle/>
          <a:p>
            <a:fld id="{167A0328-A2CC-4110-85D0-A410FFB4F3E3}" type="slidenum">
              <a:rPr lang="fr-FR" smtClean="0"/>
              <a:pPr/>
              <a:t>43</a:t>
            </a:fld>
            <a:endParaRPr lang="fr-FR" dirty="0"/>
          </a:p>
        </p:txBody>
      </p:sp>
      <p:sp>
        <p:nvSpPr>
          <p:cNvPr id="4" name="Titre 3">
            <a:extLst>
              <a:ext uri="{FF2B5EF4-FFF2-40B4-BE49-F238E27FC236}">
                <a16:creationId xmlns:a16="http://schemas.microsoft.com/office/drawing/2014/main" id="{5490BDDE-F0F6-9EAE-1C8A-28F769E0C917}"/>
              </a:ext>
            </a:extLst>
          </p:cNvPr>
          <p:cNvSpPr>
            <a:spLocks noGrp="1"/>
          </p:cNvSpPr>
          <p:nvPr>
            <p:ph type="title"/>
          </p:nvPr>
        </p:nvSpPr>
        <p:spPr/>
        <p:txBody>
          <a:bodyPr>
            <a:normAutofit/>
          </a:bodyPr>
          <a:lstStyle/>
          <a:p>
            <a:r>
              <a:rPr lang="fr-CH" dirty="0"/>
              <a:t>Conclusion</a:t>
            </a:r>
          </a:p>
        </p:txBody>
      </p:sp>
      <p:sp>
        <p:nvSpPr>
          <p:cNvPr id="16" name="ZoneTexte 15">
            <a:extLst>
              <a:ext uri="{FF2B5EF4-FFF2-40B4-BE49-F238E27FC236}">
                <a16:creationId xmlns:a16="http://schemas.microsoft.com/office/drawing/2014/main" id="{AE39DD45-FCB3-06EC-4155-3F07ECCDD43D}"/>
              </a:ext>
            </a:extLst>
          </p:cNvPr>
          <p:cNvSpPr txBox="1"/>
          <p:nvPr/>
        </p:nvSpPr>
        <p:spPr>
          <a:xfrm>
            <a:off x="0" y="459329"/>
            <a:ext cx="5615686" cy="261610"/>
          </a:xfrm>
          <a:prstGeom prst="rect">
            <a:avLst/>
          </a:prstGeom>
          <a:noFill/>
        </p:spPr>
        <p:txBody>
          <a:bodyPr wrap="square">
            <a:spAutoFit/>
          </a:bodyPr>
          <a:lstStyle/>
          <a:p>
            <a:r>
              <a:rPr lang="fr-FR" sz="1100" dirty="0"/>
              <a:t>Source : </a:t>
            </a:r>
            <a:r>
              <a:rPr lang="fr-CH" sz="1100" dirty="0"/>
              <a:t>https://ag7982.medium.com/neural-architecture-search-nas-49d378fa04fe</a:t>
            </a:r>
          </a:p>
        </p:txBody>
      </p:sp>
      <p:sp>
        <p:nvSpPr>
          <p:cNvPr id="6" name="Espace réservé du contenu 5">
            <a:extLst>
              <a:ext uri="{FF2B5EF4-FFF2-40B4-BE49-F238E27FC236}">
                <a16:creationId xmlns:a16="http://schemas.microsoft.com/office/drawing/2014/main" id="{E4F1E966-6638-DF7B-D0E7-3A5EC208290D}"/>
              </a:ext>
            </a:extLst>
          </p:cNvPr>
          <p:cNvSpPr>
            <a:spLocks noGrp="1"/>
          </p:cNvSpPr>
          <p:nvPr>
            <p:ph sz="quarter" idx="13"/>
          </p:nvPr>
        </p:nvSpPr>
        <p:spPr>
          <a:xfrm>
            <a:off x="901700" y="2091847"/>
            <a:ext cx="10897818" cy="4306823"/>
          </a:xfrm>
        </p:spPr>
        <p:txBody>
          <a:bodyPr>
            <a:normAutofit fontScale="92500" lnSpcReduction="20000"/>
          </a:bodyPr>
          <a:lstStyle/>
          <a:p>
            <a:pPr marL="0" indent="0">
              <a:buNone/>
            </a:pPr>
            <a:r>
              <a:rPr lang="en-GB" b="1" dirty="0"/>
              <a:t>From Complex Problem to Simplified Optimization (~ 8 Years of research)</a:t>
            </a:r>
          </a:p>
          <a:p>
            <a:pPr marL="0" indent="0">
              <a:buNone/>
            </a:pPr>
            <a:endParaRPr lang="en-GB" b="1" dirty="0"/>
          </a:p>
          <a:p>
            <a:pPr marL="0" indent="0">
              <a:buNone/>
            </a:pPr>
            <a:r>
              <a:rPr lang="en-GB" b="1" dirty="0"/>
              <a:t>Limitations:</a:t>
            </a:r>
          </a:p>
          <a:p>
            <a:r>
              <a:rPr lang="en-GB" dirty="0">
                <a:solidFill>
                  <a:srgbClr val="FF0000"/>
                </a:solidFill>
              </a:rPr>
              <a:t>Weight Sharing Bias</a:t>
            </a:r>
            <a:r>
              <a:rPr lang="en-GB" dirty="0"/>
              <a:t>: Shared weights in the </a:t>
            </a:r>
            <a:r>
              <a:rPr lang="en-GB" dirty="0" err="1"/>
              <a:t>supernetwork</a:t>
            </a:r>
            <a:r>
              <a:rPr lang="en-GB" dirty="0"/>
              <a:t> can introduce optimization biases.</a:t>
            </a:r>
          </a:p>
          <a:p>
            <a:r>
              <a:rPr lang="en-GB" dirty="0">
                <a:solidFill>
                  <a:srgbClr val="FF0000"/>
                </a:solidFill>
              </a:rPr>
              <a:t>Imperfect Pareto Front:  </a:t>
            </a:r>
            <a:r>
              <a:rPr lang="en-GB" dirty="0"/>
              <a:t>The approximated Pareto front may not represent the true Pareto front.</a:t>
            </a:r>
          </a:p>
          <a:p>
            <a:pPr marL="0" indent="0">
              <a:buNone/>
            </a:pPr>
            <a:r>
              <a:rPr lang="en-GB" b="1" dirty="0"/>
              <a:t>Implementation Challenges: </a:t>
            </a:r>
          </a:p>
          <a:p>
            <a:pPr marL="0" indent="0">
              <a:buNone/>
            </a:pPr>
            <a:r>
              <a:rPr lang="en-GB" dirty="0"/>
              <a:t>Methods is </a:t>
            </a:r>
            <a:r>
              <a:rPr lang="en-GB" dirty="0">
                <a:solidFill>
                  <a:srgbClr val="FF0000"/>
                </a:solidFill>
              </a:rPr>
              <a:t>not trivial to implement </a:t>
            </a:r>
            <a:r>
              <a:rPr lang="en-GB" dirty="0"/>
              <a:t>in practice.</a:t>
            </a:r>
          </a:p>
          <a:p>
            <a:pPr marL="0" indent="0">
              <a:buNone/>
            </a:pPr>
            <a:r>
              <a:rPr lang="en-GB" b="1" dirty="0"/>
              <a:t>Gradient Descent Issues: </a:t>
            </a:r>
          </a:p>
          <a:p>
            <a:pPr marL="0" indent="0">
              <a:buNone/>
            </a:pPr>
            <a:r>
              <a:rPr lang="en-GB" dirty="0"/>
              <a:t>MGDA inherits similar challenges and limitations as standard gradient descent methods (e.g., </a:t>
            </a:r>
            <a:r>
              <a:rPr lang="en-GB" dirty="0">
                <a:solidFill>
                  <a:srgbClr val="FF0000"/>
                </a:solidFill>
              </a:rPr>
              <a:t>local minima, sensitivity to initialization,…</a:t>
            </a:r>
            <a:r>
              <a:rPr lang="en-GB" dirty="0">
                <a:solidFill>
                  <a:schemeClr val="tx1"/>
                </a:solidFill>
              </a:rPr>
              <a:t>)</a:t>
            </a:r>
            <a:endParaRPr lang="fr-CH" dirty="0">
              <a:solidFill>
                <a:schemeClr val="tx1"/>
              </a:solidFill>
            </a:endParaRPr>
          </a:p>
        </p:txBody>
      </p:sp>
    </p:spTree>
    <p:extLst>
      <p:ext uri="{BB962C8B-B14F-4D97-AF65-F5344CB8AC3E}">
        <p14:creationId xmlns:p14="http://schemas.microsoft.com/office/powerpoint/2010/main" val="2831139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AFC57-199F-A644-7A71-BCEE65F2A4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30DD38-1D4C-C8C4-23C1-F1F5A8E9A306}"/>
              </a:ext>
            </a:extLst>
          </p:cNvPr>
          <p:cNvSpPr>
            <a:spLocks noGrp="1"/>
          </p:cNvSpPr>
          <p:nvPr>
            <p:ph type="title"/>
          </p:nvPr>
        </p:nvSpPr>
        <p:spPr>
          <a:xfrm>
            <a:off x="1116375" y="2018839"/>
            <a:ext cx="9382699" cy="2255705"/>
          </a:xfrm>
        </p:spPr>
        <p:txBody>
          <a:bodyPr/>
          <a:lstStyle/>
          <a:p>
            <a:pPr algn="ctr"/>
            <a:r>
              <a:rPr lang="fr-CH" sz="8800" dirty="0"/>
              <a:t>THANKS</a:t>
            </a:r>
            <a:br>
              <a:rPr lang="fr-CH" sz="8800" dirty="0"/>
            </a:br>
            <a:r>
              <a:rPr lang="fr-CH" sz="4800" dirty="0"/>
              <a:t>Q&amp;A</a:t>
            </a:r>
            <a:endParaRPr lang="fr-FR" sz="8800" dirty="0"/>
          </a:p>
        </p:txBody>
      </p:sp>
    </p:spTree>
    <p:extLst>
      <p:ext uri="{BB962C8B-B14F-4D97-AF65-F5344CB8AC3E}">
        <p14:creationId xmlns:p14="http://schemas.microsoft.com/office/powerpoint/2010/main" val="3294812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3AF9D-2FE0-2BB0-89E5-AB570817B3E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A43EF97-D536-3058-D78E-D7558908CFBD}"/>
              </a:ext>
            </a:extLst>
          </p:cNvPr>
          <p:cNvSpPr>
            <a:spLocks noGrp="1"/>
          </p:cNvSpPr>
          <p:nvPr>
            <p:ph type="title"/>
          </p:nvPr>
        </p:nvSpPr>
        <p:spPr>
          <a:xfrm>
            <a:off x="1116375" y="2018839"/>
            <a:ext cx="9382699" cy="2255705"/>
          </a:xfrm>
        </p:spPr>
        <p:txBody>
          <a:bodyPr/>
          <a:lstStyle/>
          <a:p>
            <a:pPr algn="ctr"/>
            <a:r>
              <a:rPr lang="fr-CH" sz="8800" dirty="0"/>
              <a:t>ANNEXES</a:t>
            </a:r>
            <a:endParaRPr lang="fr-FR" sz="8800" dirty="0"/>
          </a:p>
        </p:txBody>
      </p:sp>
    </p:spTree>
    <p:extLst>
      <p:ext uri="{BB962C8B-B14F-4D97-AF65-F5344CB8AC3E}">
        <p14:creationId xmlns:p14="http://schemas.microsoft.com/office/powerpoint/2010/main" val="714780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BECF3-9C27-E075-CA25-94CD2C49E9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693B13F-F7FE-8CDB-2E26-F500A614B879}"/>
              </a:ext>
            </a:extLst>
          </p:cNvPr>
          <p:cNvSpPr>
            <a:spLocks noGrp="1"/>
          </p:cNvSpPr>
          <p:nvPr>
            <p:ph type="ctrTitle"/>
          </p:nvPr>
        </p:nvSpPr>
        <p:spPr>
          <a:xfrm>
            <a:off x="297794" y="132639"/>
            <a:ext cx="11202275" cy="1100083"/>
          </a:xfrm>
        </p:spPr>
        <p:txBody>
          <a:bodyPr>
            <a:normAutofit/>
          </a:bodyPr>
          <a:lstStyle/>
          <a:p>
            <a:r>
              <a:rPr lang="fr-FR" dirty="0"/>
              <a:t>Discret Formulation</a:t>
            </a:r>
          </a:p>
        </p:txBody>
      </p:sp>
      <p:pic>
        <p:nvPicPr>
          <p:cNvPr id="3" name="Image 2">
            <a:extLst>
              <a:ext uri="{FF2B5EF4-FFF2-40B4-BE49-F238E27FC236}">
                <a16:creationId xmlns:a16="http://schemas.microsoft.com/office/drawing/2014/main" id="{54080DD0-69CC-AE95-225E-694FE56694B1}"/>
              </a:ext>
            </a:extLst>
          </p:cNvPr>
          <p:cNvPicPr>
            <a:picLocks noChangeAspect="1"/>
          </p:cNvPicPr>
          <p:nvPr/>
        </p:nvPicPr>
        <p:blipFill>
          <a:blip r:embed="rId3"/>
          <a:stretch>
            <a:fillRect/>
          </a:stretch>
        </p:blipFill>
        <p:spPr>
          <a:xfrm>
            <a:off x="858158" y="2409634"/>
            <a:ext cx="6582694" cy="1467055"/>
          </a:xfrm>
          <a:prstGeom prst="rect">
            <a:avLst/>
          </a:prstGeom>
        </p:spPr>
      </p:pic>
      <p:pic>
        <p:nvPicPr>
          <p:cNvPr id="4" name="Image 3">
            <a:extLst>
              <a:ext uri="{FF2B5EF4-FFF2-40B4-BE49-F238E27FC236}">
                <a16:creationId xmlns:a16="http://schemas.microsoft.com/office/drawing/2014/main" id="{2E65FD28-00E7-8AFE-F364-AEA40983E776}"/>
              </a:ext>
            </a:extLst>
          </p:cNvPr>
          <p:cNvPicPr>
            <a:picLocks noChangeAspect="1"/>
          </p:cNvPicPr>
          <p:nvPr/>
        </p:nvPicPr>
        <p:blipFill>
          <a:blip r:embed="rId4"/>
          <a:stretch>
            <a:fillRect/>
          </a:stretch>
        </p:blipFill>
        <p:spPr>
          <a:xfrm>
            <a:off x="963311" y="3710984"/>
            <a:ext cx="7506748" cy="1486107"/>
          </a:xfrm>
          <a:prstGeom prst="rect">
            <a:avLst/>
          </a:prstGeom>
        </p:spPr>
      </p:pic>
    </p:spTree>
    <p:extLst>
      <p:ext uri="{BB962C8B-B14F-4D97-AF65-F5344CB8AC3E}">
        <p14:creationId xmlns:p14="http://schemas.microsoft.com/office/powerpoint/2010/main" val="1486092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8C450-E5A3-A48B-1EF3-2150880161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029E8EF-FB84-28EF-AFFC-61C87A200F75}"/>
              </a:ext>
            </a:extLst>
          </p:cNvPr>
          <p:cNvSpPr>
            <a:spLocks noGrp="1"/>
          </p:cNvSpPr>
          <p:nvPr>
            <p:ph type="ctrTitle"/>
          </p:nvPr>
        </p:nvSpPr>
        <p:spPr>
          <a:xfrm>
            <a:off x="297794" y="132639"/>
            <a:ext cx="11202275" cy="1100083"/>
          </a:xfrm>
        </p:spPr>
        <p:txBody>
          <a:bodyPr>
            <a:normAutofit/>
          </a:bodyPr>
          <a:lstStyle/>
          <a:p>
            <a:r>
              <a:rPr lang="fr-FR" dirty="0" err="1"/>
              <a:t>Continuous</a:t>
            </a:r>
            <a:r>
              <a:rPr lang="fr-FR" dirty="0"/>
              <a:t> Relaxation</a:t>
            </a:r>
          </a:p>
        </p:txBody>
      </p:sp>
      <p:pic>
        <p:nvPicPr>
          <p:cNvPr id="5" name="Image 4">
            <a:extLst>
              <a:ext uri="{FF2B5EF4-FFF2-40B4-BE49-F238E27FC236}">
                <a16:creationId xmlns:a16="http://schemas.microsoft.com/office/drawing/2014/main" id="{4EABD945-822D-A81D-5A34-D90BC8ECCB95}"/>
              </a:ext>
            </a:extLst>
          </p:cNvPr>
          <p:cNvPicPr>
            <a:picLocks noChangeAspect="1"/>
          </p:cNvPicPr>
          <p:nvPr/>
        </p:nvPicPr>
        <p:blipFill>
          <a:blip r:embed="rId3"/>
          <a:stretch>
            <a:fillRect/>
          </a:stretch>
        </p:blipFill>
        <p:spPr>
          <a:xfrm>
            <a:off x="1718975" y="1795327"/>
            <a:ext cx="9048015" cy="2597312"/>
          </a:xfrm>
          <a:prstGeom prst="rect">
            <a:avLst/>
          </a:prstGeom>
        </p:spPr>
      </p:pic>
      <p:sp>
        <p:nvSpPr>
          <p:cNvPr id="13" name="ZoneTexte 12">
            <a:extLst>
              <a:ext uri="{FF2B5EF4-FFF2-40B4-BE49-F238E27FC236}">
                <a16:creationId xmlns:a16="http://schemas.microsoft.com/office/drawing/2014/main" id="{C9B3FAAF-AD14-798A-A0BE-BFADACFA6001}"/>
              </a:ext>
            </a:extLst>
          </p:cNvPr>
          <p:cNvSpPr txBox="1"/>
          <p:nvPr/>
        </p:nvSpPr>
        <p:spPr>
          <a:xfrm>
            <a:off x="1168400" y="5062678"/>
            <a:ext cx="10045699" cy="707886"/>
          </a:xfrm>
          <a:prstGeom prst="rect">
            <a:avLst/>
          </a:prstGeom>
          <a:noFill/>
        </p:spPr>
        <p:txBody>
          <a:bodyPr wrap="square" rtlCol="0">
            <a:spAutoFit/>
          </a:bodyPr>
          <a:lstStyle/>
          <a:p>
            <a:r>
              <a:rPr lang="fr-CH" sz="2000" dirty="0"/>
              <a:t>The </a:t>
            </a:r>
            <a:r>
              <a:rPr lang="fr-CH" sz="2000" dirty="0" err="1"/>
              <a:t>discrete</a:t>
            </a:r>
            <a:r>
              <a:rPr lang="fr-CH" sz="2000" dirty="0"/>
              <a:t> </a:t>
            </a:r>
            <a:r>
              <a:rPr lang="fr-CH" sz="2000" dirty="0" err="1"/>
              <a:t>argmax</a:t>
            </a:r>
            <a:r>
              <a:rPr lang="fr-CH" sz="2000" dirty="0"/>
              <a:t> </a:t>
            </a:r>
            <a:r>
              <a:rPr lang="fr-CH" sz="2000" dirty="0" err="1"/>
              <a:t>operation</a:t>
            </a:r>
            <a:r>
              <a:rPr lang="fr-CH" sz="2000" dirty="0"/>
              <a:t> </a:t>
            </a:r>
            <a:r>
              <a:rPr lang="fr-CH" sz="2000" dirty="0" err="1"/>
              <a:t>is</a:t>
            </a:r>
            <a:r>
              <a:rPr lang="fr-CH" sz="2000" dirty="0"/>
              <a:t> </a:t>
            </a:r>
            <a:r>
              <a:rPr lang="fr-CH" sz="2000" dirty="0" err="1"/>
              <a:t>replaced</a:t>
            </a:r>
            <a:r>
              <a:rPr lang="fr-CH" sz="2000" dirty="0"/>
              <a:t> by a </a:t>
            </a:r>
            <a:r>
              <a:rPr lang="fr-CH" sz="2000" dirty="0" err="1"/>
              <a:t>softmax</a:t>
            </a:r>
            <a:r>
              <a:rPr lang="fr-CH" sz="2000" dirty="0"/>
              <a:t> </a:t>
            </a:r>
            <a:r>
              <a:rPr lang="fr-CH" sz="2000" dirty="0" err="1"/>
              <a:t>function</a:t>
            </a:r>
            <a:r>
              <a:rPr lang="fr-CH" sz="2000" dirty="0"/>
              <a:t>, forming a </a:t>
            </a:r>
            <a:r>
              <a:rPr lang="fr-CH" sz="2000" dirty="0" err="1"/>
              <a:t>convex</a:t>
            </a:r>
            <a:r>
              <a:rPr lang="fr-CH" sz="2000" dirty="0"/>
              <a:t> combination (</a:t>
            </a:r>
            <a:r>
              <a:rPr lang="fr-CH" sz="2000" dirty="0" err="1"/>
              <a:t>weighted</a:t>
            </a:r>
            <a:r>
              <a:rPr lang="fr-CH" sz="2000" dirty="0"/>
              <a:t> </a:t>
            </a:r>
            <a:r>
              <a:rPr lang="fr-CH" sz="2000" dirty="0" err="1"/>
              <a:t>sum</a:t>
            </a:r>
            <a:r>
              <a:rPr lang="fr-CH" sz="2000" dirty="0"/>
              <a:t>) of all </a:t>
            </a:r>
            <a:r>
              <a:rPr lang="fr-CH" sz="2000" dirty="0" err="1"/>
              <a:t>operations</a:t>
            </a:r>
            <a:r>
              <a:rPr lang="fr-CH" sz="2000" dirty="0"/>
              <a:t>.</a:t>
            </a:r>
          </a:p>
        </p:txBody>
      </p:sp>
    </p:spTree>
    <p:extLst>
      <p:ext uri="{BB962C8B-B14F-4D97-AF65-F5344CB8AC3E}">
        <p14:creationId xmlns:p14="http://schemas.microsoft.com/office/powerpoint/2010/main" val="3398465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8970F-9FF5-DCED-311B-C2B3268768F6}"/>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647309BA-D833-7B45-E049-235EE68C4C90}"/>
              </a:ext>
            </a:extLst>
          </p:cNvPr>
          <p:cNvPicPr>
            <a:picLocks noChangeAspect="1"/>
          </p:cNvPicPr>
          <p:nvPr/>
        </p:nvPicPr>
        <p:blipFill>
          <a:blip r:embed="rId2"/>
          <a:stretch>
            <a:fillRect/>
          </a:stretch>
        </p:blipFill>
        <p:spPr>
          <a:xfrm>
            <a:off x="3183110" y="605929"/>
            <a:ext cx="6031786" cy="5850106"/>
          </a:xfrm>
          <a:prstGeom prst="rect">
            <a:avLst/>
          </a:prstGeom>
        </p:spPr>
      </p:pic>
    </p:spTree>
    <p:extLst>
      <p:ext uri="{BB962C8B-B14F-4D97-AF65-F5344CB8AC3E}">
        <p14:creationId xmlns:p14="http://schemas.microsoft.com/office/powerpoint/2010/main" val="2461858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33CF-6527-1C01-1C35-367A62723AB1}"/>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D7D9FEE9-F83A-0F5A-71DE-1A1AFC78F05B}"/>
              </a:ext>
            </a:extLst>
          </p:cNvPr>
          <p:cNvPicPr>
            <a:picLocks noChangeAspect="1"/>
          </p:cNvPicPr>
          <p:nvPr/>
        </p:nvPicPr>
        <p:blipFill>
          <a:blip r:embed="rId2"/>
          <a:stretch>
            <a:fillRect/>
          </a:stretch>
        </p:blipFill>
        <p:spPr>
          <a:xfrm>
            <a:off x="3438297" y="153495"/>
            <a:ext cx="5830963" cy="6551009"/>
          </a:xfrm>
          <a:prstGeom prst="rect">
            <a:avLst/>
          </a:prstGeom>
        </p:spPr>
      </p:pic>
    </p:spTree>
    <p:extLst>
      <p:ext uri="{BB962C8B-B14F-4D97-AF65-F5344CB8AC3E}">
        <p14:creationId xmlns:p14="http://schemas.microsoft.com/office/powerpoint/2010/main" val="3905572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360FF-8041-3DA8-F68E-A44F1E8B5D6F}"/>
            </a:ext>
          </a:extLst>
        </p:cNvPr>
        <p:cNvGrpSpPr/>
        <p:nvPr/>
      </p:nvGrpSpPr>
      <p:grpSpPr>
        <a:xfrm>
          <a:off x="0" y="0"/>
          <a:ext cx="0" cy="0"/>
          <a:chOff x="0" y="0"/>
          <a:chExt cx="0" cy="0"/>
        </a:xfrm>
      </p:grpSpPr>
      <p:pic>
        <p:nvPicPr>
          <p:cNvPr id="2" name="Image 1" descr="Une image contenant texte, capture d’écran, diagramme&#10;&#10;Le contenu généré par l’IA peut être incorrect.">
            <a:extLst>
              <a:ext uri="{FF2B5EF4-FFF2-40B4-BE49-F238E27FC236}">
                <a16:creationId xmlns:a16="http://schemas.microsoft.com/office/drawing/2014/main" id="{9A8AEB99-0424-929D-51CD-8F19D283A619}"/>
              </a:ext>
            </a:extLst>
          </p:cNvPr>
          <p:cNvPicPr>
            <a:picLocks noChangeAspect="1"/>
          </p:cNvPicPr>
          <p:nvPr/>
        </p:nvPicPr>
        <p:blipFill>
          <a:blip r:embed="rId2"/>
          <a:stretch>
            <a:fillRect/>
          </a:stretch>
        </p:blipFill>
        <p:spPr>
          <a:xfrm>
            <a:off x="590936" y="964504"/>
            <a:ext cx="11247240" cy="5165477"/>
          </a:xfrm>
          <a:prstGeom prst="rect">
            <a:avLst/>
          </a:prstGeom>
        </p:spPr>
      </p:pic>
    </p:spTree>
    <p:extLst>
      <p:ext uri="{BB962C8B-B14F-4D97-AF65-F5344CB8AC3E}">
        <p14:creationId xmlns:p14="http://schemas.microsoft.com/office/powerpoint/2010/main" val="1990507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2177</Words>
  <Application>Microsoft Office PowerPoint</Application>
  <PresentationFormat>Widescreen</PresentationFormat>
  <Paragraphs>402</Paragraphs>
  <Slides>50</Slides>
  <Notes>38</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Thème Office</vt:lpstr>
      <vt:lpstr>MOO in NAS</vt:lpstr>
      <vt:lpstr>Introduction</vt:lpstr>
      <vt:lpstr>Motivation</vt:lpstr>
      <vt:lpstr>Neural Architecture Search</vt:lpstr>
      <vt:lpstr>Formal Expression of NAS Problem</vt:lpstr>
      <vt:lpstr>Neural Architecture Search</vt:lpstr>
      <vt:lpstr>Neural Architecture Search</vt:lpstr>
      <vt:lpstr>Neural Architecture Search</vt:lpstr>
      <vt:lpstr>Challenges</vt:lpstr>
      <vt:lpstr>Solution</vt:lpstr>
      <vt:lpstr>Spoiler</vt:lpstr>
      <vt:lpstr>1. Reducing Evaluation Time</vt:lpstr>
      <vt:lpstr>1. Reducing Evaluation Time</vt:lpstr>
      <vt:lpstr>1. Reducing Evaluation Time</vt:lpstr>
      <vt:lpstr>1. Reducing Evaluation Time</vt:lpstr>
      <vt:lpstr>1. Reducing Evaluation Time</vt:lpstr>
      <vt:lpstr>2. Reducing Search Time</vt:lpstr>
      <vt:lpstr>2. Reducing Search Time</vt:lpstr>
      <vt:lpstr>2. Reducing Search Time</vt:lpstr>
      <vt:lpstr>2. Reducing Search Time</vt:lpstr>
      <vt:lpstr>2. Reducing Search Time</vt:lpstr>
      <vt:lpstr>2. Reducing Search Time</vt:lpstr>
      <vt:lpstr>2. Reducing Search Time</vt:lpstr>
      <vt:lpstr>2. Reducing Search Time</vt:lpstr>
      <vt:lpstr>2. Reducing Search Time</vt:lpstr>
      <vt:lpstr>Solution Overview</vt:lpstr>
      <vt:lpstr>Programming Project</vt:lpstr>
      <vt:lpstr>Programming Project</vt:lpstr>
      <vt:lpstr>Programming Project</vt:lpstr>
      <vt:lpstr>Programming Project</vt:lpstr>
      <vt:lpstr>Programming Project</vt:lpstr>
      <vt:lpstr>Programming Project</vt:lpstr>
      <vt:lpstr>Programming Project</vt:lpstr>
      <vt:lpstr>Programming Project</vt:lpstr>
      <vt:lpstr>Programming Project</vt:lpstr>
      <vt:lpstr>Programming Project</vt:lpstr>
      <vt:lpstr>Programming Project</vt:lpstr>
      <vt:lpstr>Programming Project</vt:lpstr>
      <vt:lpstr>Programming Project</vt:lpstr>
      <vt:lpstr>MODNAS RESULT</vt:lpstr>
      <vt:lpstr>MODNAS Architecture</vt:lpstr>
      <vt:lpstr>MODNAS RESULT</vt:lpstr>
      <vt:lpstr>Conclusion</vt:lpstr>
      <vt:lpstr>THANKS Q&amp;A</vt:lpstr>
      <vt:lpstr>ANNEXES</vt:lpstr>
      <vt:lpstr>Discret Formulation</vt:lpstr>
      <vt:lpstr>Continuous Relaxation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Sivanesan Nirosh</dc:creator>
  <cp:lastModifiedBy>Sivanesan Nirosh</cp:lastModifiedBy>
  <cp:revision>8</cp:revision>
  <dcterms:created xsi:type="dcterms:W3CDTF">2025-05-21T06:33:22Z</dcterms:created>
  <dcterms:modified xsi:type="dcterms:W3CDTF">2025-05-31T07:55:24Z</dcterms:modified>
</cp:coreProperties>
</file>